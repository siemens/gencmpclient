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1212" r:id="rId5"/>
    <p:sldId id="2147483632" r:id="rId6"/>
    <p:sldId id="1240" r:id="rId7"/>
  </p:sldIdLst>
  <p:sldSz cx="12192000" cy="6858000"/>
  <p:notesSz cx="6858000" cy="9144000"/>
  <p:defaultTextStyle>
    <a:defPPr>
      <a:defRPr lang="en-US"/>
    </a:defPPr>
    <a:lvl1pPr>
      <a:spcBef>
        <a:spcPts val="0"/>
      </a:spcBef>
      <a:buClr>
        <a:schemeClr val="accent1"/>
      </a:buClr>
      <a:defRPr sz="1800"/>
    </a:lvl1pPr>
    <a:lvl2pPr marL="18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2pPr>
    <a:lvl3pPr marL="36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3pPr>
    <a:lvl4pPr marL="54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4pPr>
    <a:lvl5pPr marL="72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5pPr>
    <a:lvl6pPr marL="90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6pPr>
    <a:lvl7pPr marL="108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7pPr>
    <a:lvl8pPr marL="126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8pPr>
    <a:lvl9pPr marL="1440000" indent="-180000">
      <a:spcBef>
        <a:spcPts val="0"/>
      </a:spcBef>
      <a:buClr>
        <a:schemeClr val="accent1"/>
      </a:buClr>
      <a:buFont typeface="Arial" panose="020B0604020202020204" pitchFamily="34" charset="0"/>
      <a:buChar char="•"/>
      <a:defRPr sz="1800"/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C9D50C-2C65-BC8A-0EF2-6FCD947CF750}" name="Railean, Alexander (FT RPD CST SEA-DE)" initials="RS" userId="S::alexander.railean@siemens.com::44d5efe9-e1f4-4241-a308-a9689c2edeee" providerId="AD"/>
  <p188:author id="{8B49AC1C-C22A-40CF-6D51-A7E169BA25B0}" name="Ranjan, Rajeev (FT RPD CST SEA-DE)" initials="RR" userId="S::ranjan.rajeev@siemens.com::33a9ef1e-787b-4b1d-a9e4-dc56459d51d7" providerId="AD"/>
  <p188:author id="{E15D01AA-962C-EDA4-CA6D-1C89C5B71A13}" name="Oprea, Florian Eduard (FT RPD CST SCC-RO)" initials="FO" userId="S::florian.oprea@siemens.com::2d8feb9d-66bc-4381-9119-de8c76e1c5b7" providerId="AD"/>
  <p188:author id="{8CB336E4-632D-154C-3503-C747A346FBFA}" name="von Oheimb, David (FT RPD CST SEA-DE)" initials="vOD(RCSD" userId="S::david.von.oheimb@siemens.com::b10a0893-f9d8-434b-a5e8-6ee626ba9448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y Welle" initials="DW" lastIdx="1" clrIdx="0">
    <p:extLst>
      <p:ext uri="{19B8F6BF-5375-455C-9EA6-DF929625EA0E}">
        <p15:presenceInfo xmlns:p15="http://schemas.microsoft.com/office/powerpoint/2012/main" userId="S::denwelle1@publicisgroupe.net::08b00602-60fa-48c3-96fb-06a947b67cd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mpd="sng">
              <a:solidFill>
                <a:schemeClr val="accent6">
                  <a:alpha val="15000"/>
                </a:schemeClr>
              </a:solidFill>
            </a:ln>
          </a:bottom>
          <a:insideH>
            <a:ln w="12700" cmpd="sng">
              <a:solidFill>
                <a:schemeClr val="accent6">
                  <a:alpha val="15000"/>
                </a:schemeClr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bottom>
            <a:ln w="12700" cmpd="sng">
              <a:solidFill>
                <a:schemeClr val="accent6">
                  <a:alpha val="15000"/>
                </a:schemeClr>
              </a:solidFill>
            </a:ln>
          </a:bottom>
        </a:tcBdr>
        <a:fill>
          <a:solidFill>
            <a:schemeClr val="accent6">
              <a:alpha val="5000"/>
            </a:schemeClr>
          </a:solidFill>
        </a:fill>
      </a:tcStyle>
    </a:band1H>
    <a:band2H>
      <a:tcStyle>
        <a:tcBdr>
          <a:bottom>
            <a:ln w="12700" cmpd="sng">
              <a:solidFill>
                <a:schemeClr val="accent6">
                  <a:alpha val="15000"/>
                </a:schemeClr>
              </a:solidFill>
            </a:ln>
          </a:bottom>
        </a:tcBdr>
      </a:tcStyle>
    </a:band2H>
    <a:band1V>
      <a:tcStyle>
        <a:tcBdr/>
        <a:fill>
          <a:solidFill>
            <a:schemeClr val="accent6">
              <a:alpha val="5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bottom>
            <a:ln w="28575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/>
      <a:tcStyle>
        <a:tcBdr>
          <a:bottom>
            <a:ln w="28575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1"/>
    <p:restoredTop sz="94683"/>
  </p:normalViewPr>
  <p:slideViewPr>
    <p:cSldViewPr snapToGrid="0">
      <p:cViewPr varScale="1">
        <p:scale>
          <a:sx n="118" d="100"/>
          <a:sy n="118" d="100"/>
        </p:scale>
        <p:origin x="216" y="82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>
            <a:extLst>
              <a:ext uri="{FF2B5EF4-FFF2-40B4-BE49-F238E27FC236}">
                <a16:creationId xmlns:a16="http://schemas.microsoft.com/office/drawing/2014/main" id="{9A8492AF-21D1-4EA9-B88E-2B2469E5B0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63200" cy="360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b="1">
              <a:solidFill>
                <a:schemeClr val="tx2"/>
              </a:solidFill>
              <a:latin typeface="+mn-lt"/>
            </a:endParaRP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F2C5CF11-9AB8-4366-83D6-4A911EAE67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086800" y="0"/>
            <a:ext cx="1771200" cy="360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F1F2B9-B350-4061-A6D1-2A3340A8623F}" type="datetimeFigureOut">
              <a:rPr lang="en-US" sz="1050" smtClean="0">
                <a:solidFill>
                  <a:schemeClr val="tx2"/>
                </a:solidFill>
                <a:latin typeface="+mn-lt"/>
              </a:rPr>
              <a:t>3/19/26</a:t>
            </a:fld>
            <a:endParaRPr lang="en-US" sz="1050">
              <a:solidFill>
                <a:schemeClr val="tx2"/>
              </a:solidFill>
              <a:latin typeface="+mn-lt"/>
            </a:endParaRP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9797856F-D8D3-4EDB-AD63-B3F84321424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84000"/>
            <a:ext cx="4363200" cy="360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>
              <a:solidFill>
                <a:schemeClr val="tx2"/>
              </a:solidFill>
              <a:latin typeface="+mn-lt"/>
            </a:endParaRP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DA566997-7A2F-418F-AC55-BAC678F9F1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086800" y="8784000"/>
            <a:ext cx="1771200" cy="360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>
                <a:solidFill>
                  <a:schemeClr val="accent2"/>
                </a:solidFill>
                <a:latin typeface="+mn-lt"/>
              </a:rPr>
              <a:t>Hand out</a:t>
            </a:r>
            <a:r>
              <a:rPr lang="en-US" sz="1050">
                <a:solidFill>
                  <a:schemeClr val="accent2"/>
                </a:solidFill>
                <a:latin typeface="+mn-lt"/>
              </a:rPr>
              <a:t> </a:t>
            </a:r>
            <a:fld id="{C92BABF8-1341-4DCB-864A-D83C08BEEAE4}" type="slidenum">
              <a:rPr lang="en-US" sz="1050" smtClean="0">
                <a:solidFill>
                  <a:schemeClr val="tx2"/>
                </a:solidFill>
                <a:latin typeface="+mn-lt"/>
              </a:rPr>
              <a:t>‹#›</a:t>
            </a:fld>
            <a:endParaRPr lang="en-US" sz="1050">
              <a:solidFill>
                <a:schemeClr val="tx2"/>
              </a:solidFill>
              <a:latin typeface="+mn-lt"/>
            </a:endParaRPr>
          </a:p>
        </p:txBody>
      </p:sp>
      <p:pic>
        <p:nvPicPr>
          <p:cNvPr id="6" name="Siemens logo">
            <a:extLst>
              <a:ext uri="{FF2B5EF4-FFF2-40B4-BE49-F238E27FC236}">
                <a16:creationId xmlns:a16="http://schemas.microsoft.com/office/drawing/2014/main" id="{C5A460D9-E760-498F-8A06-286EB0B001C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53000" y="550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7834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63200" cy="360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50" b="1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"/>
          <p:cNvSpPr>
            <a:spLocks noGrp="1"/>
          </p:cNvSpPr>
          <p:nvPr>
            <p:ph type="dt" idx="1"/>
          </p:nvPr>
        </p:nvSpPr>
        <p:spPr>
          <a:xfrm>
            <a:off x="5086800" y="0"/>
            <a:ext cx="1771200" cy="360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50">
                <a:solidFill>
                  <a:schemeClr val="tx2"/>
                </a:solidFill>
              </a:defRPr>
            </a:lvl1pPr>
          </a:lstStyle>
          <a:p>
            <a:fld id="{76FBC1AF-E4C9-412F-9B6D-66CD520F95DB}" type="datetimeFigureOut">
              <a:rPr lang="en-US" smtClean="0"/>
              <a:pPr/>
              <a:t>3/19/26</a:t>
            </a:fld>
            <a:endParaRPr lang="en-US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xfrm>
            <a:off x="406800" y="619200"/>
            <a:ext cx="6048000" cy="340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xfrm>
            <a:off x="406800" y="4575600"/>
            <a:ext cx="6048000" cy="396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xfrm>
            <a:off x="0" y="8784000"/>
            <a:ext cx="4363200" cy="360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5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5086800" y="8784000"/>
            <a:ext cx="1771200" cy="360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50"/>
            </a:lvl1pPr>
          </a:lstStyle>
          <a:p>
            <a:r>
              <a:rPr lang="en-US" b="1">
                <a:solidFill>
                  <a:schemeClr val="accent2"/>
                </a:solidFill>
              </a:rPr>
              <a:t>Notes</a:t>
            </a:r>
            <a:r>
              <a:rPr lang="en-US"/>
              <a:t> </a:t>
            </a:r>
            <a:fld id="{E76C657F-0E32-4130-ADDA-66B81138A76A}" type="slidenum">
              <a:rPr lang="en-US" smtClean="0">
                <a:solidFill>
                  <a:schemeClr val="tx2"/>
                </a:solidFill>
              </a:rPr>
              <a:pPr/>
              <a:t>‹#›</a:t>
            </a:fld>
            <a:endParaRPr lang="en-US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06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6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720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864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1008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1152000" indent="-144000" algn="l" defTabSz="914400" rtl="0" eaLnBrk="1" latinLnBrk="0" hangingPunct="1">
      <a:spcAft>
        <a:spcPts val="300"/>
      </a:spcAft>
      <a:buClr>
        <a:schemeClr val="accent1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8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3876677"/>
            <a:ext cx="9286875" cy="1930398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670C6E6A-0191-4020-A084-BB23C7AE6B0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20262505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6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000" cy="2769989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3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092D1760-10AA-43FB-AC0B-074FF500719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273117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9288000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BC293230-94BC-41FA-A2D9-E9259B125F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20249615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Transformation 8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3876677"/>
            <a:ext cx="9286875" cy="1930398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291605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Transformation 6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000" cy="2769989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3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41539785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Transformation 4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9288000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33613854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iemens Xcelerator 80pt (motif 1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3876677"/>
            <a:ext cx="9286875" cy="1930398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11602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iemens Xcelerator 60pt (motif 1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000" cy="2769989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3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37132854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iemens Xcelerator 40pt (motif 1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9288000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3502166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ustainability 8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3876677"/>
            <a:ext cx="9286875" cy="1930398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4678897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ustainability 6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000" cy="2769989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3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9087869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mask&amp;blur Sustainability 40pt (motif 2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Headline of the presentation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9288000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 bwMode="black"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3280640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dark 48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477328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256000"/>
            <a:ext cx="9288000" cy="911438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8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r>
              <a:rPr lang="en-US"/>
              <a:t>Subhead for headline size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4099078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dark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231106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011106"/>
            <a:ext cx="9288000" cy="1156332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2184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dark 36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661993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36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441992"/>
            <a:ext cx="9288000" cy="725445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4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36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999428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Gradient 48pt">
    <p:bg>
      <p:bgPr>
        <a:gradFill flip="none" rotWithShape="1">
          <a:gsLst>
            <a:gs pos="40000">
              <a:schemeClr val="bg2"/>
            </a:gs>
            <a:gs pos="100000">
              <a:schemeClr val="accent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dient cover">
            <a:extLst>
              <a:ext uri="{FF2B5EF4-FFF2-40B4-BE49-F238E27FC236}">
                <a16:creationId xmlns:a16="http://schemas.microsoft.com/office/drawing/2014/main" id="{6FD70AD7-1356-4F56-BCF5-60206B889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02025"/>
            <a:ext cx="12192000" cy="3355975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0">
                <a:schemeClr val="bg2">
                  <a:alpha val="0"/>
                </a:schemeClr>
              </a:gs>
              <a:gs pos="40000">
                <a:schemeClr val="bg2">
                  <a:alpha val="5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477328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256000"/>
            <a:ext cx="9288000" cy="911438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8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r>
              <a:rPr lang="en-US"/>
              <a:t>Subhead for headline size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209423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Gradient 40pt">
    <p:bg>
      <p:bgPr>
        <a:gradFill flip="none" rotWithShape="1">
          <a:gsLst>
            <a:gs pos="40000">
              <a:schemeClr val="bg2"/>
            </a:gs>
            <a:gs pos="100000">
              <a:schemeClr val="accent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dient cover">
            <a:extLst>
              <a:ext uri="{FF2B5EF4-FFF2-40B4-BE49-F238E27FC236}">
                <a16:creationId xmlns:a16="http://schemas.microsoft.com/office/drawing/2014/main" id="{BC751AD9-F368-4030-BEF3-878CBEED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02025"/>
            <a:ext cx="12192000" cy="3355975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0">
                <a:schemeClr val="bg2">
                  <a:alpha val="0"/>
                </a:schemeClr>
              </a:gs>
              <a:gs pos="40000">
                <a:schemeClr val="bg2">
                  <a:alpha val="5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231106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011106"/>
            <a:ext cx="9288000" cy="1156332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2530377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Gradient 36pt">
    <p:bg>
      <p:bgPr>
        <a:gradFill flip="none" rotWithShape="1">
          <a:gsLst>
            <a:gs pos="40000">
              <a:schemeClr val="bg2"/>
            </a:gs>
            <a:gs pos="100000">
              <a:schemeClr val="accent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dient cover">
            <a:extLst>
              <a:ext uri="{FF2B5EF4-FFF2-40B4-BE49-F238E27FC236}">
                <a16:creationId xmlns:a16="http://schemas.microsoft.com/office/drawing/2014/main" id="{0F638833-9358-4A10-8860-60EC0C65D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502025"/>
            <a:ext cx="12192000" cy="3355975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0">
                <a:schemeClr val="bg2">
                  <a:alpha val="0"/>
                </a:schemeClr>
              </a:gs>
              <a:gs pos="40000">
                <a:schemeClr val="bg2">
                  <a:alpha val="5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661993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36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441992"/>
            <a:ext cx="9288000" cy="725445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4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36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E4A7839-9F7E-47F2-83BA-F637AE0963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852824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48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477328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tx2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256000"/>
            <a:ext cx="9288000" cy="911438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800">
                <a:solidFill>
                  <a:schemeClr val="tx2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r>
              <a:rPr lang="en-US"/>
              <a:t>Subhead for headline size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46D369A7-07BD-4B91-9E53-807AAAF0C30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9126653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231106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011106"/>
            <a:ext cx="9288000" cy="1156332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2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DC2D4109-C5C2-42BB-B5A0-2F6793388E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4848920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36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Headline of the presentation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1" y="3780000"/>
            <a:ext cx="9287638" cy="1661993"/>
          </a:xfrm>
          <a:noFill/>
        </p:spPr>
        <p:txBody>
          <a:bodyPr rIns="0" bIns="0" anchor="t">
            <a:spAutoFit/>
          </a:bodyPr>
          <a:lstStyle>
            <a:lvl1pPr marL="0">
              <a:lnSpc>
                <a:spcPct val="100000"/>
              </a:lnSpc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en-US"/>
              <a:t>Title chart with picture, </a:t>
            </a:r>
            <a:br>
              <a:rPr lang="en-US"/>
            </a:br>
            <a:r>
              <a:rPr lang="en-US"/>
              <a:t>Arial Regular, 36 </a:t>
            </a:r>
            <a:r>
              <a:rPr lang="en-US" err="1"/>
              <a:t>pt</a:t>
            </a:r>
            <a:r>
              <a:rPr lang="en-US"/>
              <a:t>,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headline of the presentation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2" y="5441992"/>
            <a:ext cx="9288000" cy="725445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400">
                <a:solidFill>
                  <a:schemeClr val="tx2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4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36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8" name="Picture Placeholder" descr="Title picture – please describe furth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3502800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298AE3DB-A74B-4AD6-A37C-FBCFB647B93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>
          <a:xfrm>
            <a:off x="411162" y="6310800"/>
            <a:ext cx="9288000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</p:spTree>
    <p:extLst>
      <p:ext uri="{BB962C8B-B14F-4D97-AF65-F5344CB8AC3E}">
        <p14:creationId xmlns:p14="http://schemas.microsoft.com/office/powerpoint/2010/main" val="1190604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dark 8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462213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399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DBCA456-A643-45C8-9383-5A06099EB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/>
              <a:t>Restricted | © Siemens 2026 | Kai Che | FT RPD CST SEA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5B05DC85-FD3C-4245-83A1-F6197CB9E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9905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dark 6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769989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2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21031E7D-E514-484A-9CCD-52A9C2222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/>
              <a:t>Restricted | © Siemens 2026 | Kai Che | FT RPD CST SEA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447F428C-5AA7-413C-A721-B7AADDF8B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591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dark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7"/>
            <a:ext cx="9288000" cy="1930121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498F1A9-6241-4523-AFBC-C74F3AA4A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39240" cy="547200"/>
          </a:xfrm>
        </p:spPr>
        <p:txBody>
          <a:bodyPr/>
          <a:lstStyle/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267619FE-01EE-4013-B481-A8C505C5D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221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80p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lor Stage">
            <a:extLst>
              <a:ext uri="{FF2B5EF4-FFF2-40B4-BE49-F238E27FC236}">
                <a16:creationId xmlns:a16="http://schemas.microsoft.com/office/drawing/2014/main" id="{A71FD435-3CF0-4700-A204-51B8FECDB0E5}"/>
              </a:ext>
            </a:extLst>
          </p:cNvPr>
          <p:cNvSpPr/>
          <p:nvPr userDrawn="1"/>
        </p:nvSpPr>
        <p:spPr bwMode="hidden">
          <a:xfrm>
            <a:off x="0" y="0"/>
            <a:ext cx="12192000" cy="6166800"/>
          </a:xfrm>
          <a:prstGeom prst="rect">
            <a:avLst/>
          </a:prstGeom>
          <a:solidFill>
            <a:srgbClr val="00FF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462213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399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BDD73C6A-6099-483E-9C34-F604024F257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DBCA456-A643-45C8-9383-5A06099EB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5B05DC85-FD3C-4245-83A1-F6197CB9E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546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60p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lor Stage">
            <a:extLst>
              <a:ext uri="{FF2B5EF4-FFF2-40B4-BE49-F238E27FC236}">
                <a16:creationId xmlns:a16="http://schemas.microsoft.com/office/drawing/2014/main" id="{A236A90B-8F03-45C0-87DD-5479E8376B64}"/>
              </a:ext>
            </a:extLst>
          </p:cNvPr>
          <p:cNvSpPr/>
          <p:nvPr userDrawn="1"/>
        </p:nvSpPr>
        <p:spPr bwMode="hidden">
          <a:xfrm>
            <a:off x="0" y="0"/>
            <a:ext cx="12192000" cy="6166800"/>
          </a:xfrm>
          <a:prstGeom prst="rect">
            <a:avLst/>
          </a:prstGeom>
          <a:solidFill>
            <a:srgbClr val="00E6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769989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2"/>
            <a:ext cx="9288000" cy="1622622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ECFA8B97-DE99-4B15-8C8C-3748FA022B7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21031E7D-E514-484A-9CCD-52A9C2222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447F428C-5AA7-413C-A721-B7AADDF8B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0435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40p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lor Stage">
            <a:extLst>
              <a:ext uri="{FF2B5EF4-FFF2-40B4-BE49-F238E27FC236}">
                <a16:creationId xmlns:a16="http://schemas.microsoft.com/office/drawing/2014/main" id="{40C63E25-48A4-43B2-BEE6-D2FE79309C83}"/>
              </a:ext>
            </a:extLst>
          </p:cNvPr>
          <p:cNvSpPr/>
          <p:nvPr userDrawn="1"/>
        </p:nvSpPr>
        <p:spPr bwMode="hidden">
          <a:xfrm>
            <a:off x="0" y="0"/>
            <a:ext cx="12192000" cy="6166800"/>
          </a:xfrm>
          <a:prstGeom prst="rect">
            <a:avLst/>
          </a:prstGeom>
          <a:gradFill>
            <a:gsLst>
              <a:gs pos="40000">
                <a:srgbClr val="00FFB9"/>
              </a:gs>
              <a:gs pos="100000">
                <a:srgbClr val="00E6DC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EN"/>
          </a:p>
        </p:txBody>
      </p:sp>
      <p:sp>
        <p:nvSpPr>
          <p:cNvPr id="9" name="Color Stage">
            <a:extLst>
              <a:ext uri="{FF2B5EF4-FFF2-40B4-BE49-F238E27FC236}">
                <a16:creationId xmlns:a16="http://schemas.microsoft.com/office/drawing/2014/main" id="{0C524D66-9942-450A-A90F-E7A0CC42EC73}"/>
              </a:ext>
            </a:extLst>
          </p:cNvPr>
          <p:cNvSpPr/>
          <p:nvPr userDrawn="1"/>
        </p:nvSpPr>
        <p:spPr>
          <a:xfrm>
            <a:off x="0" y="1414463"/>
            <a:ext cx="12192000" cy="4752337"/>
          </a:xfrm>
          <a:prstGeom prst="rect">
            <a:avLst/>
          </a:prstGeom>
          <a:gradFill flip="none" rotWithShape="1">
            <a:gsLst>
              <a:gs pos="0">
                <a:srgbClr val="00FFB9"/>
              </a:gs>
              <a:gs pos="100000">
                <a:schemeClr val="bg2">
                  <a:alpha val="0"/>
                </a:schemeClr>
              </a:gs>
              <a:gs pos="40000">
                <a:srgbClr val="00FFB9">
                  <a:alpha val="50000"/>
                </a:srgb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de-DE"/>
          </a:p>
        </p:txBody>
      </p:sp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4"/>
            <a:ext cx="11376788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7"/>
            <a:ext cx="9288000" cy="1930121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CCD0B8A8-7DE9-432C-82EA-6468E4BB565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498F1A9-6241-4523-AFBC-C74F3AA4A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39240" cy="547200"/>
          </a:xfrm>
        </p:spPr>
        <p:txBody>
          <a:bodyPr/>
          <a:lstStyle/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267619FE-01EE-4013-B481-A8C505C5D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3831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8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462213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8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7"/>
            <a:ext cx="9288000" cy="1930398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4FC1DCA2-253A-4E87-91E4-D402488C8D7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DBCA456-A643-45C8-9383-5A06099EB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5B05DC85-FD3C-4245-83A1-F6197CB9E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11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6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400" y="1414463"/>
            <a:ext cx="11376788" cy="2769989"/>
          </a:xfrm>
          <a:noFill/>
        </p:spPr>
        <p:txBody>
          <a:bodyPr rIns="0" bIns="0" anchor="b" anchorCtr="0">
            <a:spAutoFit/>
          </a:bodyPr>
          <a:lstStyle>
            <a:lvl1pPr marL="0">
              <a:lnSpc>
                <a:spcPct val="100000"/>
              </a:lnSpc>
              <a:defRPr sz="6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60 </a:t>
            </a:r>
            <a:r>
              <a:rPr lang="en-US" err="1"/>
              <a:t>pt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4184451"/>
            <a:ext cx="9288000" cy="16226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3543E2CC-A901-4194-A712-51CE520302B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21031E7D-E514-484A-9CCD-52A9C2222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40003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447F428C-5AA7-413C-A721-B7AADDF8B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9022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 descr="Title of the chapter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410399" y="1414463"/>
            <a:ext cx="11370437" cy="2462213"/>
          </a:xfrm>
          <a:noFill/>
        </p:spPr>
        <p:txBody>
          <a:bodyPr wrap="square" rIns="0" bIns="0" anchor="b" anchorCtr="0">
            <a:spAutoFit/>
          </a:bodyPr>
          <a:lstStyle>
            <a:lvl1pPr marL="0">
              <a:lnSpc>
                <a:spcPct val="100000"/>
              </a:lnSpc>
              <a:defRPr sz="4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Chapter divider, </a:t>
            </a:r>
            <a:br>
              <a:rPr lang="en-US"/>
            </a:br>
            <a:r>
              <a:rPr lang="en-US"/>
              <a:t>Arial Regular, 40 </a:t>
            </a:r>
            <a:r>
              <a:rPr lang="en-US" err="1"/>
              <a:t>pt</a:t>
            </a:r>
            <a:r>
              <a:rPr lang="en-US"/>
              <a:t>, </a:t>
            </a:r>
            <a:br>
              <a:rPr lang="en-US"/>
            </a:br>
            <a:r>
              <a:rPr lang="en-US"/>
              <a:t>extra long headlines,</a:t>
            </a:r>
            <a:br>
              <a:rPr lang="en-US"/>
            </a:br>
            <a:r>
              <a:rPr lang="en-US"/>
              <a:t>4 lines</a:t>
            </a:r>
          </a:p>
        </p:txBody>
      </p:sp>
      <p:sp>
        <p:nvSpPr>
          <p:cNvPr id="3" name="Subhead" descr="Subtitle of the chapter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708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2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2A2349A4-4A97-42CC-AE59-7EDEE385EDF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274400" y="6364800"/>
            <a:ext cx="1512000" cy="24040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498F1A9-6241-4523-AFBC-C74F3AA4A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>
          <a:xfrm>
            <a:off x="1059160" y="6310800"/>
            <a:ext cx="8639240" cy="54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267619FE-01EE-4013-B481-A8C505C5D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367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/ Agenda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>
          <a:xfrm>
            <a:off x="410400" y="478800"/>
            <a:ext cx="9863900" cy="57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py 1" descr="Agenda text frame">
            <a:extLst>
              <a:ext uri="{FF2B5EF4-FFF2-40B4-BE49-F238E27FC236}">
                <a16:creationId xmlns:a16="http://schemas.microsoft.com/office/drawing/2014/main" id="{0E701EC8-7FC1-42BE-915D-048C74A40E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black">
          <a:xfrm>
            <a:off x="411163" y="1414463"/>
            <a:ext cx="5903912" cy="4751387"/>
          </a:xfrm>
        </p:spPr>
        <p:txBody>
          <a:bodyPr/>
          <a:lstStyle>
            <a:lvl1pPr>
              <a:spcAft>
                <a:spcPts val="900"/>
              </a:spcAft>
              <a:tabLst>
                <a:tab pos="5902325" algn="r"/>
              </a:tabLst>
              <a:defRPr/>
            </a:lvl1pPr>
            <a:lvl2pPr>
              <a:spcAft>
                <a:spcPts val="900"/>
              </a:spcAft>
              <a:buClr>
                <a:schemeClr val="tx1"/>
              </a:buClr>
              <a:tabLst>
                <a:tab pos="5902325" algn="r"/>
              </a:tabLst>
              <a:defRPr/>
            </a:lvl2pPr>
            <a:lvl3pPr marL="180000">
              <a:spcAft>
                <a:spcPts val="900"/>
              </a:spcAft>
              <a:buClr>
                <a:schemeClr val="tx1"/>
              </a:buClr>
              <a:tabLst>
                <a:tab pos="5902325" algn="r"/>
              </a:tabLst>
              <a:defRPr b="1"/>
            </a:lvl3pPr>
            <a:lvl4pPr marL="360000">
              <a:spcAft>
                <a:spcPts val="900"/>
              </a:spcAft>
              <a:buClr>
                <a:schemeClr val="tx1"/>
              </a:buClr>
              <a:tabLst>
                <a:tab pos="5902325" algn="r"/>
              </a:tabLst>
              <a:defRPr/>
            </a:lvl4pPr>
            <a:lvl5pPr marL="360000">
              <a:spcAft>
                <a:spcPts val="900"/>
              </a:spcAft>
              <a:buClr>
                <a:schemeClr val="tx1"/>
              </a:buClr>
              <a:tabLst>
                <a:tab pos="5902325" algn="r"/>
              </a:tabLst>
              <a:defRPr b="1"/>
            </a:lvl5pPr>
            <a:lvl6pPr marL="180000">
              <a:spcAft>
                <a:spcPts val="600"/>
              </a:spcAft>
              <a:buClr>
                <a:schemeClr val="tx1"/>
              </a:buClr>
              <a:tabLst>
                <a:tab pos="5902325" algn="r"/>
              </a:tabLst>
              <a:defRPr sz="1600"/>
            </a:lvl6pPr>
            <a:lvl7pPr marL="180000">
              <a:spcAft>
                <a:spcPts val="600"/>
              </a:spcAft>
              <a:buClr>
                <a:schemeClr val="tx1"/>
              </a:buClr>
              <a:tabLst>
                <a:tab pos="5902325" algn="r"/>
              </a:tabLst>
              <a:defRPr sz="1600" b="1"/>
            </a:lvl7pPr>
            <a:lvl8pPr marL="360000">
              <a:spcAft>
                <a:spcPts val="600"/>
              </a:spcAft>
              <a:buClr>
                <a:schemeClr val="tx1"/>
              </a:buClr>
              <a:tabLst>
                <a:tab pos="5902325" algn="r"/>
              </a:tabLst>
              <a:defRPr sz="1600"/>
            </a:lvl8pPr>
            <a:lvl9pPr marL="360000">
              <a:spcAft>
                <a:spcPts val="600"/>
              </a:spcAft>
              <a:buClr>
                <a:schemeClr val="tx1"/>
              </a:buClr>
              <a:tabLst>
                <a:tab pos="5902325" algn="r"/>
              </a:tabLst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2" name="Copy 2" descr="Agenda text frame">
            <a:extLst>
              <a:ext uri="{FF2B5EF4-FFF2-40B4-BE49-F238E27FC236}">
                <a16:creationId xmlns:a16="http://schemas.microsoft.com/office/drawing/2014/main" id="{F3AAF44F-3461-47E2-8680-A8CD085220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6743700" y="1414463"/>
            <a:ext cx="5043488" cy="4751387"/>
          </a:xfrm>
        </p:spPr>
        <p:txBody>
          <a:bodyPr/>
          <a:lstStyle>
            <a:lvl1pPr>
              <a:spcAft>
                <a:spcPts val="900"/>
              </a:spcAft>
              <a:tabLst>
                <a:tab pos="5040000" algn="r"/>
              </a:tabLst>
              <a:defRPr/>
            </a:lvl1pPr>
            <a:lvl2pPr>
              <a:spcAft>
                <a:spcPts val="900"/>
              </a:spcAft>
              <a:buClr>
                <a:schemeClr val="tx1"/>
              </a:buClr>
              <a:tabLst>
                <a:tab pos="5040000" algn="r"/>
              </a:tabLst>
              <a:defRPr/>
            </a:lvl2pPr>
            <a:lvl3pPr marL="180000">
              <a:spcAft>
                <a:spcPts val="900"/>
              </a:spcAft>
              <a:buClr>
                <a:schemeClr val="tx1"/>
              </a:buClr>
              <a:tabLst>
                <a:tab pos="5040000" algn="r"/>
              </a:tabLst>
              <a:defRPr b="1"/>
            </a:lvl3pPr>
            <a:lvl4pPr marL="360000">
              <a:spcAft>
                <a:spcPts val="900"/>
              </a:spcAft>
              <a:buClr>
                <a:schemeClr val="tx1"/>
              </a:buClr>
              <a:tabLst>
                <a:tab pos="5040000" algn="r"/>
              </a:tabLst>
              <a:defRPr/>
            </a:lvl4pPr>
            <a:lvl5pPr marL="360000">
              <a:spcAft>
                <a:spcPts val="900"/>
              </a:spcAft>
              <a:buClr>
                <a:schemeClr val="tx1"/>
              </a:buClr>
              <a:tabLst>
                <a:tab pos="5040000" algn="r"/>
              </a:tabLst>
              <a:defRPr b="1"/>
            </a:lvl5pPr>
            <a:lvl6pPr marL="180000">
              <a:spcAft>
                <a:spcPts val="600"/>
              </a:spcAft>
              <a:buClr>
                <a:schemeClr val="tx1"/>
              </a:buClr>
              <a:tabLst>
                <a:tab pos="5040000" algn="r"/>
              </a:tabLst>
              <a:defRPr sz="1600"/>
            </a:lvl6pPr>
            <a:lvl7pPr marL="180000">
              <a:spcAft>
                <a:spcPts val="600"/>
              </a:spcAft>
              <a:buClr>
                <a:schemeClr val="tx1"/>
              </a:buClr>
              <a:tabLst>
                <a:tab pos="5040000" algn="r"/>
              </a:tabLst>
              <a:defRPr sz="1600" b="1"/>
            </a:lvl7pPr>
            <a:lvl8pPr marL="360000">
              <a:spcAft>
                <a:spcPts val="600"/>
              </a:spcAft>
              <a:buClr>
                <a:schemeClr val="tx1"/>
              </a:buClr>
              <a:tabLst>
                <a:tab pos="5040000" algn="r"/>
              </a:tabLst>
              <a:defRPr sz="1600"/>
            </a:lvl8pPr>
            <a:lvl9pPr marL="360000">
              <a:spcAft>
                <a:spcPts val="600"/>
              </a:spcAft>
              <a:buClr>
                <a:schemeClr val="tx1"/>
              </a:buClr>
              <a:tabLst>
                <a:tab pos="5040000" algn="r"/>
              </a:tabLst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8" name="Siemens Logo" descr="Siemens logo">
            <a:extLst>
              <a:ext uri="{FF2B5EF4-FFF2-40B4-BE49-F238E27FC236}">
                <a16:creationId xmlns:a16="http://schemas.microsoft.com/office/drawing/2014/main" id="{AB400EC0-C78D-42DD-85FB-5ED577185C1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9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8C6E0B19-DC70-4D19-9A56-05E87567F1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D3DF1D7C-B467-46E9-B036-83EC1DBE7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363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5" pos="3978">
          <p15:clr>
            <a:srgbClr val="65CEFF"/>
          </p15:clr>
        </p15:guide>
        <p15:guide id="9" pos="6472">
          <p15:clr>
            <a:srgbClr val="65CEFF"/>
          </p15:clr>
        </p15:guide>
        <p15:guide id="10" pos="7425">
          <p15:clr>
            <a:srgbClr val="65CEFF"/>
          </p15:clr>
        </p15:guide>
        <p15:guide id="11" orient="horz" pos="302">
          <p15:clr>
            <a:srgbClr val="65CEFF"/>
          </p15:clr>
        </p15:guide>
        <p15:guide id="12" orient="horz" pos="664">
          <p15:clr>
            <a:srgbClr val="65CEFF"/>
          </p15:clr>
        </p15:guide>
        <p15:guide id="13" orient="horz" pos="891">
          <p15:clr>
            <a:srgbClr val="65CEFF"/>
          </p15:clr>
        </p15:guide>
        <p15:guide id="14" orient="horz" pos="2206">
          <p15:clr>
            <a:srgbClr val="65CEFF"/>
          </p15:clr>
        </p15:guide>
        <p15:guide id="15" orient="horz" pos="2343">
          <p15:clr>
            <a:srgbClr val="65CEFF"/>
          </p15:clr>
        </p15:guide>
        <p15:guide id="16" orient="horz" pos="3658">
          <p15:clr>
            <a:srgbClr val="65CEFF"/>
          </p15:clr>
        </p15:guide>
        <p15:guide id="17" orient="horz" pos="3885">
          <p15:clr>
            <a:srgbClr val="65CEFF"/>
          </p15:clr>
        </p15:guide>
        <p15:guide id="18" orient="horz" pos="4157">
          <p15:clr>
            <a:srgbClr val="65CEFF"/>
          </p15:clr>
        </p15:guide>
        <p15:guide id="19" pos="4248">
          <p15:clr>
            <a:srgbClr val="65CEFF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/ Agenda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>
          <a:xfrm>
            <a:off x="410400" y="478800"/>
            <a:ext cx="9863900" cy="576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py 1" descr="Agenda text frame">
            <a:extLst>
              <a:ext uri="{FF2B5EF4-FFF2-40B4-BE49-F238E27FC236}">
                <a16:creationId xmlns:a16="http://schemas.microsoft.com/office/drawing/2014/main" id="{0E701EC8-7FC1-42BE-915D-048C74A40E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black">
          <a:xfrm>
            <a:off x="411163" y="1414463"/>
            <a:ext cx="7199311" cy="4751387"/>
          </a:xfrm>
        </p:spPr>
        <p:txBody>
          <a:bodyPr/>
          <a:lstStyle>
            <a:lvl1pPr defTabSz="360000">
              <a:spcAft>
                <a:spcPts val="900"/>
              </a:spcAft>
              <a:tabLst>
                <a:tab pos="7200000" algn="r"/>
              </a:tabLst>
              <a:defRPr/>
            </a:lvl1pPr>
            <a:lvl2pPr defTabSz="360000">
              <a:spcAft>
                <a:spcPts val="900"/>
              </a:spcAft>
              <a:tabLst>
                <a:tab pos="7200000" algn="r"/>
              </a:tabLst>
              <a:defRPr/>
            </a:lvl2pPr>
            <a:lvl3pPr marL="180000" defTabSz="360000">
              <a:spcAft>
                <a:spcPts val="900"/>
              </a:spcAft>
              <a:tabLst>
                <a:tab pos="7200000" algn="r"/>
              </a:tabLst>
              <a:defRPr b="1"/>
            </a:lvl3pPr>
            <a:lvl4pPr marL="360000" defTabSz="360000">
              <a:spcAft>
                <a:spcPts val="900"/>
              </a:spcAft>
              <a:tabLst>
                <a:tab pos="7200000" algn="r"/>
              </a:tabLst>
              <a:defRPr/>
            </a:lvl4pPr>
            <a:lvl5pPr marL="360000" defTabSz="360000">
              <a:spcAft>
                <a:spcPts val="900"/>
              </a:spcAft>
              <a:tabLst>
                <a:tab pos="7200000" algn="r"/>
              </a:tabLst>
              <a:defRPr b="1"/>
            </a:lvl5pPr>
            <a:lvl6pPr marL="180000" defTabSz="360000">
              <a:spcAft>
                <a:spcPts val="600"/>
              </a:spcAft>
              <a:tabLst>
                <a:tab pos="7200000" algn="r"/>
              </a:tabLst>
              <a:defRPr sz="1600"/>
            </a:lvl6pPr>
            <a:lvl7pPr marL="180000" defTabSz="360000">
              <a:spcAft>
                <a:spcPts val="600"/>
              </a:spcAft>
              <a:tabLst>
                <a:tab pos="7200000" algn="r"/>
              </a:tabLst>
              <a:defRPr sz="1600" b="1"/>
            </a:lvl7pPr>
            <a:lvl8pPr marL="360000" defTabSz="360000">
              <a:spcAft>
                <a:spcPts val="600"/>
              </a:spcAft>
              <a:tabLst>
                <a:tab pos="7200000" algn="r"/>
              </a:tabLst>
              <a:defRPr sz="1600"/>
            </a:lvl8pPr>
            <a:lvl9pPr marL="360000" defTabSz="360000">
              <a:spcAft>
                <a:spcPts val="600"/>
              </a:spcAft>
              <a:tabLst>
                <a:tab pos="7200000" algn="r"/>
              </a:tabLst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E73DB6A8-F91C-4B87-ACAA-19A2D5EA21E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9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8C6E0B19-DC70-4D19-9A56-05E87567F1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D3DF1D7C-B467-46E9-B036-83EC1DBE7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74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9" pos="6472">
          <p15:clr>
            <a:srgbClr val="65CEFF"/>
          </p15:clr>
        </p15:guide>
        <p15:guide id="10" pos="7425">
          <p15:clr>
            <a:srgbClr val="65CEFF"/>
          </p15:clr>
        </p15:guide>
        <p15:guide id="11" orient="horz" pos="302">
          <p15:clr>
            <a:srgbClr val="65CEFF"/>
          </p15:clr>
        </p15:guide>
        <p15:guide id="12" orient="horz" pos="664">
          <p15:clr>
            <a:srgbClr val="65CEFF"/>
          </p15:clr>
        </p15:guide>
        <p15:guide id="13" orient="horz" pos="891">
          <p15:clr>
            <a:srgbClr val="65CEFF"/>
          </p15:clr>
        </p15:guide>
        <p15:guide id="14" orient="horz" pos="2206">
          <p15:clr>
            <a:srgbClr val="65CEFF"/>
          </p15:clr>
        </p15:guide>
        <p15:guide id="15" orient="horz" pos="2343">
          <p15:clr>
            <a:srgbClr val="65CEFF"/>
          </p15:clr>
        </p15:guide>
        <p15:guide id="16" orient="horz" pos="3658">
          <p15:clr>
            <a:srgbClr val="65CEFF"/>
          </p15:clr>
        </p15:guide>
        <p15:guide id="17" orient="horz" pos="3885">
          <p15:clr>
            <a:srgbClr val="65CEFF"/>
          </p15:clr>
        </p15:guide>
        <p15:guide id="18" orient="horz" pos="4157">
          <p15:clr>
            <a:srgbClr val="65CEFF"/>
          </p15:clr>
        </p15:guide>
        <p15:guide id="20" pos="4794" userDrawn="1">
          <p15:clr>
            <a:srgbClr val="65CEFF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color Deep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863976F1-B9C2-4217-A36A-7F1DCFF6EE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6495290-0795-4AB1-8AEA-2BB7867836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8FC1C65-873A-4B8F-BB57-51EEBC35A1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5345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3705" userDrawn="1">
          <p15:clr>
            <a:srgbClr val="65CEFF"/>
          </p15:clr>
        </p15:guide>
        <p15:guide id="5" pos="3978" userDrawn="1">
          <p15:clr>
            <a:srgbClr val="65CEFF"/>
          </p15:clr>
        </p15:guide>
        <p15:guide id="7" pos="4975" userDrawn="1">
          <p15:clr>
            <a:srgbClr val="65CEFF"/>
          </p15:clr>
        </p15:guide>
        <p15:guide id="8" pos="5157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1" orient="horz" pos="302" userDrawn="1">
          <p15:clr>
            <a:srgbClr val="65CEFF"/>
          </p15:clr>
        </p15:guide>
        <p15:guide id="12" orient="horz" pos="664" userDrawn="1">
          <p15:clr>
            <a:srgbClr val="65CEFF"/>
          </p15:clr>
        </p15:guide>
        <p15:guide id="13" orient="horz" pos="891" userDrawn="1">
          <p15:clr>
            <a:srgbClr val="65CEFF"/>
          </p15:clr>
        </p15:guide>
        <p15:guide id="14" orient="horz" pos="2206" userDrawn="1">
          <p15:clr>
            <a:srgbClr val="65CEFF"/>
          </p15:clr>
        </p15:guide>
        <p15:guide id="15" orient="horz" pos="2343" userDrawn="1">
          <p15:clr>
            <a:srgbClr val="65CEFF"/>
          </p15:clr>
        </p15:guide>
        <p15:guide id="16" orient="horz" pos="3658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E73DB6A8-F91C-4B87-ACAA-19A2D5EA21E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9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8C6E0B19-DC70-4D19-9A56-05E87567F1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D3DF1D7C-B467-46E9-B036-83EC1DBE7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00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3705" userDrawn="1">
          <p15:clr>
            <a:srgbClr val="65CEFF"/>
          </p15:clr>
        </p15:guide>
        <p15:guide id="5" pos="3978" userDrawn="1">
          <p15:clr>
            <a:srgbClr val="65CEFF"/>
          </p15:clr>
        </p15:guide>
        <p15:guide id="7" pos="4975" userDrawn="1">
          <p15:clr>
            <a:srgbClr val="65CEFF"/>
          </p15:clr>
        </p15:guide>
        <p15:guide id="8" pos="5157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1" orient="horz" pos="302" userDrawn="1">
          <p15:clr>
            <a:srgbClr val="65CEFF"/>
          </p15:clr>
        </p15:guide>
        <p15:guide id="12" orient="horz" pos="664" userDrawn="1">
          <p15:clr>
            <a:srgbClr val="65CEFF"/>
          </p15:clr>
        </p15:guide>
        <p15:guide id="13" orient="horz" pos="891" userDrawn="1">
          <p15:clr>
            <a:srgbClr val="65CEFF"/>
          </p15:clr>
        </p15:guide>
        <p15:guide id="14" orient="horz" pos="2206" userDrawn="1">
          <p15:clr>
            <a:srgbClr val="65CEFF"/>
          </p15:clr>
        </p15:guide>
        <p15:guide id="15" orient="horz" pos="2343" userDrawn="1">
          <p15:clr>
            <a:srgbClr val="65CEFF"/>
          </p15:clr>
        </p15:guide>
        <p15:guide id="16" orient="horz" pos="3658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color Gradient">
    <p:bg>
      <p:bgPr>
        <a:gradFill flip="none" rotWithShape="1">
          <a:gsLst>
            <a:gs pos="40000">
              <a:schemeClr val="accent6"/>
            </a:gs>
            <a:gs pos="100000">
              <a:schemeClr val="accent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lor Stage">
            <a:extLst>
              <a:ext uri="{FF2B5EF4-FFF2-40B4-BE49-F238E27FC236}">
                <a16:creationId xmlns:a16="http://schemas.microsoft.com/office/drawing/2014/main" id="{B8172AC2-E83F-4EFD-B70E-DE91E64651D8}"/>
              </a:ext>
            </a:extLst>
          </p:cNvPr>
          <p:cNvSpPr/>
          <p:nvPr userDrawn="1"/>
        </p:nvSpPr>
        <p:spPr>
          <a:xfrm>
            <a:off x="0" y="1414463"/>
            <a:ext cx="12192000" cy="5443537"/>
          </a:xfrm>
          <a:prstGeom prst="rect">
            <a:avLst/>
          </a:prstGeom>
          <a:gradFill flip="none" rotWithShape="1">
            <a:gsLst>
              <a:gs pos="0">
                <a:schemeClr val="accent6"/>
              </a:gs>
              <a:gs pos="100000">
                <a:schemeClr val="bg2">
                  <a:alpha val="0"/>
                </a:schemeClr>
              </a:gs>
              <a:gs pos="40000">
                <a:schemeClr val="bg2">
                  <a:alpha val="5000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 anchorCtr="0"/>
          <a:lstStyle/>
          <a:p>
            <a:pPr algn="l"/>
            <a:endParaRPr lang="en-US"/>
          </a:p>
        </p:txBody>
      </p:sp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863976F1-B9C2-4217-A36A-7F1DCFF6EE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4BECE54-DDA8-4D2C-8A02-4C8E3E1585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07B7E75B-80B4-49F8-AA70-A41C9D896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083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3705" userDrawn="1">
          <p15:clr>
            <a:srgbClr val="65CEFF"/>
          </p15:clr>
        </p15:guide>
        <p15:guide id="5" pos="3978" userDrawn="1">
          <p15:clr>
            <a:srgbClr val="65CEFF"/>
          </p15:clr>
        </p15:guide>
        <p15:guide id="7" pos="4975" userDrawn="1">
          <p15:clr>
            <a:srgbClr val="65CEFF"/>
          </p15:clr>
        </p15:guide>
        <p15:guide id="8" pos="5157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1" orient="horz" pos="302" userDrawn="1">
          <p15:clr>
            <a:srgbClr val="65CEFF"/>
          </p15:clr>
        </p15:guide>
        <p15:guide id="12" orient="horz" pos="663" userDrawn="1">
          <p15:clr>
            <a:srgbClr val="65CEFF"/>
          </p15:clr>
        </p15:guide>
        <p15:guide id="13" orient="horz" pos="891" userDrawn="1">
          <p15:clr>
            <a:srgbClr val="65CEFF"/>
          </p15:clr>
        </p15:guide>
        <p15:guide id="14" orient="horz" pos="2206" userDrawn="1">
          <p15:clr>
            <a:srgbClr val="65CEFF"/>
          </p15:clr>
        </p15:guide>
        <p15:guide id="15" orient="horz" pos="2343" userDrawn="1">
          <p15:clr>
            <a:srgbClr val="65CEFF"/>
          </p15:clr>
        </p15:guide>
        <p15:guide id="16" orient="horz" pos="3658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color Light Sa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Siemens Logo" descr="Siemens logo">
            <a:extLst>
              <a:ext uri="{FF2B5EF4-FFF2-40B4-BE49-F238E27FC236}">
                <a16:creationId xmlns:a16="http://schemas.microsoft.com/office/drawing/2014/main" id="{1AC59AB3-8DAC-43B8-977E-A91337DC082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6495290-0795-4AB1-8AEA-2BB7867836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8FC1C65-873A-4B8F-BB57-51EEBC35A1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8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3705" userDrawn="1">
          <p15:clr>
            <a:srgbClr val="65CEFF"/>
          </p15:clr>
        </p15:guide>
        <p15:guide id="5" pos="3978" userDrawn="1">
          <p15:clr>
            <a:srgbClr val="65CEFF"/>
          </p15:clr>
        </p15:guide>
        <p15:guide id="7" pos="4975" userDrawn="1">
          <p15:clr>
            <a:srgbClr val="65CEFF"/>
          </p15:clr>
        </p15:guide>
        <p15:guide id="8" pos="5157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1" orient="horz" pos="302" userDrawn="1">
          <p15:clr>
            <a:srgbClr val="65CEFF"/>
          </p15:clr>
        </p15:guide>
        <p15:guide id="12" orient="horz" pos="664" userDrawn="1">
          <p15:clr>
            <a:srgbClr val="65CEFF"/>
          </p15:clr>
        </p15:guide>
        <p15:guide id="13" orient="horz" pos="891" userDrawn="1">
          <p15:clr>
            <a:srgbClr val="65CEFF"/>
          </p15:clr>
        </p15:guide>
        <p15:guide id="14" orient="horz" pos="2206" userDrawn="1">
          <p15:clr>
            <a:srgbClr val="65CEFF"/>
          </p15:clr>
        </p15:guide>
        <p15:guide id="15" orient="horz" pos="2343" userDrawn="1">
          <p15:clr>
            <a:srgbClr val="65CEFF"/>
          </p15:clr>
        </p15:guide>
        <p15:guide id="16" orient="horz" pos="3658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 Deep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 descr="Thematic full size picture – please describe furth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0" y="0"/>
            <a:ext cx="12192000" cy="6167438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Full size picture</a:t>
            </a:r>
          </a:p>
        </p:txBody>
      </p:sp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3F142F7C-7BE3-40CB-8C53-6F75330735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22400" y="1054100"/>
            <a:ext cx="9252000" cy="1477328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Content page,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7" name="Siemens Logo" descr="Siemens logo">
            <a:extLst>
              <a:ext uri="{FF2B5EF4-FFF2-40B4-BE49-F238E27FC236}">
                <a16:creationId xmlns:a16="http://schemas.microsoft.com/office/drawing/2014/main" id="{2AF4F4C6-6E41-442C-BB9E-9E72BE92D2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073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2" orient="horz" pos="664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 descr="Thematic full size picture – please describe furth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0" y="0"/>
            <a:ext cx="12192000" cy="6167438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Full size picture</a:t>
            </a:r>
          </a:p>
        </p:txBody>
      </p:sp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3F142F7C-7BE3-40CB-8C53-6F75330735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22400" y="1054100"/>
            <a:ext cx="9252000" cy="1477328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Content page,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30251D14-AF6A-4279-B0A9-69FD9519EA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199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9" pos="6472" userDrawn="1">
          <p15:clr>
            <a:srgbClr val="65CEFF"/>
          </p15:clr>
        </p15:guide>
        <p15:guide id="10" pos="7425" userDrawn="1">
          <p15:clr>
            <a:srgbClr val="65CEFF"/>
          </p15:clr>
        </p15:guide>
        <p15:guide id="12" orient="horz" pos="664" userDrawn="1">
          <p15:clr>
            <a:srgbClr val="65CEFF"/>
          </p15:clr>
        </p15:guide>
        <p15:guide id="17" orient="horz" pos="3885" userDrawn="1">
          <p15:clr>
            <a:srgbClr val="65CEFF"/>
          </p15:clr>
        </p15:guide>
        <p15:guide id="18" orient="horz" pos="4157" userDrawn="1">
          <p15:clr>
            <a:srgbClr val="65CEFF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dark (Text spotlight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 descr="Thematic picture – please describe furth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0" y="1"/>
            <a:ext cx="7611160" cy="6167438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Thematic picture</a:t>
            </a:r>
          </a:p>
        </p:txBody>
      </p:sp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AFFC798E-B633-4D30-A7C1-DC796BD88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22400" y="1054100"/>
            <a:ext cx="6156275" cy="1477328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Content page,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6F965802-E517-4CC3-99D7-1DA8BF1FB02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8042400" y="1054100"/>
            <a:ext cx="3744000" cy="5113338"/>
          </a:xfrm>
        </p:spPr>
        <p:txBody>
          <a:bodyPr/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6" name="Siemens Logo" descr="Siemens logo">
            <a:extLst>
              <a:ext uri="{FF2B5EF4-FFF2-40B4-BE49-F238E27FC236}">
                <a16:creationId xmlns:a16="http://schemas.microsoft.com/office/drawing/2014/main" id="{981D8F55-811B-AEDF-5E04-DCFE25B08BD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5346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522" userDrawn="1">
          <p15:clr>
            <a:srgbClr val="65CEFF"/>
          </p15:clr>
        </p15:guide>
        <p15:guide id="3" pos="4794" userDrawn="1">
          <p15:clr>
            <a:srgbClr val="65CEFF"/>
          </p15:clr>
        </p15:guide>
        <p15:guide id="4" pos="5066" userDrawn="1">
          <p15:clr>
            <a:srgbClr val="65CEFF"/>
          </p15:clr>
        </p15:guide>
        <p15:guide id="5" pos="6472" userDrawn="1">
          <p15:clr>
            <a:srgbClr val="65CEFF"/>
          </p15:clr>
        </p15:guide>
        <p15:guide id="6" pos="7425" userDrawn="1">
          <p15:clr>
            <a:srgbClr val="65CEFF"/>
          </p15:clr>
        </p15:guide>
        <p15:guide id="7" orient="horz" pos="302" userDrawn="1">
          <p15:clr>
            <a:srgbClr val="65CEFF"/>
          </p15:clr>
        </p15:guide>
        <p15:guide id="8" orient="horz" pos="664" userDrawn="1">
          <p15:clr>
            <a:srgbClr val="65CEFF"/>
          </p15:clr>
        </p15:guide>
        <p15:guide id="9" orient="horz" pos="891" userDrawn="1">
          <p15:clr>
            <a:srgbClr val="65CEFF"/>
          </p15:clr>
        </p15:guide>
        <p15:guide id="10" orient="horz" pos="3658" userDrawn="1">
          <p15:clr>
            <a:srgbClr val="65CEFF"/>
          </p15:clr>
        </p15:guide>
        <p15:guide id="11" orient="horz" pos="3885" userDrawn="1">
          <p15:clr>
            <a:srgbClr val="65CEFF"/>
          </p15:clr>
        </p15:guide>
        <p15:guide id="12" orient="horz" pos="4157" userDrawn="1">
          <p15:clr>
            <a:srgbClr val="65CEFF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(Text spot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 descr="Thematic picture – please describe furth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0" y="1"/>
            <a:ext cx="7611160" cy="6167438"/>
          </a:xfrm>
          <a:solidFill>
            <a:srgbClr val="9999A9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Thematic picture</a:t>
            </a:r>
          </a:p>
        </p:txBody>
      </p:sp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AFFC798E-B633-4D30-A7C1-DC796BD88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22400" y="1054100"/>
            <a:ext cx="6156275" cy="1477328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Content page,</a:t>
            </a:r>
            <a:br>
              <a:rPr lang="en-US"/>
            </a:br>
            <a:r>
              <a:rPr lang="en-US"/>
              <a:t>Arial Regular,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6F965802-E517-4CC3-99D7-1DA8BF1FB02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8042400" y="1054100"/>
            <a:ext cx="3744000" cy="5113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30251D14-AF6A-4279-B0A9-69FD9519EA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4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798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522" userDrawn="1">
          <p15:clr>
            <a:srgbClr val="65CEFF"/>
          </p15:clr>
        </p15:guide>
        <p15:guide id="3" pos="4794" userDrawn="1">
          <p15:clr>
            <a:srgbClr val="65CEFF"/>
          </p15:clr>
        </p15:guide>
        <p15:guide id="4" pos="5066" userDrawn="1">
          <p15:clr>
            <a:srgbClr val="65CEFF"/>
          </p15:clr>
        </p15:guide>
        <p15:guide id="5" pos="6472" userDrawn="1">
          <p15:clr>
            <a:srgbClr val="65CEFF"/>
          </p15:clr>
        </p15:guide>
        <p15:guide id="6" pos="7425" userDrawn="1">
          <p15:clr>
            <a:srgbClr val="65CEFF"/>
          </p15:clr>
        </p15:guide>
        <p15:guide id="7" orient="horz" pos="302" userDrawn="1">
          <p15:clr>
            <a:srgbClr val="65CEFF"/>
          </p15:clr>
        </p15:guide>
        <p15:guide id="8" orient="horz" pos="664" userDrawn="1">
          <p15:clr>
            <a:srgbClr val="65CEFF"/>
          </p15:clr>
        </p15:guide>
        <p15:guide id="9" orient="horz" pos="891" userDrawn="1">
          <p15:clr>
            <a:srgbClr val="65CEFF"/>
          </p15:clr>
        </p15:guide>
        <p15:guide id="10" orient="horz" pos="3658" userDrawn="1">
          <p15:clr>
            <a:srgbClr val="65CEFF"/>
          </p15:clr>
        </p15:guide>
        <p15:guide id="11" orient="horz" pos="3885" userDrawn="1">
          <p15:clr>
            <a:srgbClr val="65CEFF"/>
          </p15:clr>
        </p15:guide>
        <p15:guide id="12" orient="horz" pos="4157" userDrawn="1">
          <p15:clr>
            <a:srgbClr val="65CEFF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dark (small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800"/>
            <a:ext cx="7199313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A0D24217-CDAA-9414-DB12-8FECD397303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519D384-FA09-4D60-95A8-589F157A93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7B1666FD-2258-443A-846C-6C7533C6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6213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794" userDrawn="1">
          <p15:clr>
            <a:srgbClr val="65CEFF"/>
          </p15:clr>
        </p15:guide>
        <p15:guide id="3" pos="6472" userDrawn="1">
          <p15:clr>
            <a:srgbClr val="65CEFF"/>
          </p15:clr>
        </p15:guide>
        <p15:guide id="4" pos="7425" userDrawn="1">
          <p15:clr>
            <a:srgbClr val="65CEFF"/>
          </p15:clr>
        </p15:guide>
        <p15:guide id="5" orient="horz" pos="302" userDrawn="1">
          <p15:clr>
            <a:srgbClr val="65CEFF"/>
          </p15:clr>
        </p15:guide>
        <p15:guide id="6" orient="horz" pos="664" userDrawn="1">
          <p15:clr>
            <a:srgbClr val="65CEFF"/>
          </p15:clr>
        </p15:guide>
        <p15:guide id="7" orient="horz" pos="891" userDrawn="1">
          <p15:clr>
            <a:srgbClr val="65CEFF"/>
          </p15:clr>
        </p15:guide>
        <p15:guide id="8" orient="horz" pos="3658" userDrawn="1">
          <p15:clr>
            <a:srgbClr val="65CEFF"/>
          </p15:clr>
        </p15:guide>
        <p15:guide id="9" orient="horz" pos="3885" userDrawn="1">
          <p15:clr>
            <a:srgbClr val="65CEFF"/>
          </p15:clr>
        </p15:guide>
        <p15:guide id="10" orient="horz" pos="4157" userDrawn="1">
          <p15:clr>
            <a:srgbClr val="65CEFF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800"/>
            <a:ext cx="7199313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8" name="Siemens Logo" descr="Siemens logo">
            <a:extLst>
              <a:ext uri="{FF2B5EF4-FFF2-40B4-BE49-F238E27FC236}">
                <a16:creationId xmlns:a16="http://schemas.microsoft.com/office/drawing/2014/main" id="{91EB517C-C8FD-4E2E-B744-DB952E96B47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519D384-FA09-4D60-95A8-589F157A93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7B1666FD-2258-443A-846C-6C7533C6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42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794" userDrawn="1">
          <p15:clr>
            <a:srgbClr val="65CEFF"/>
          </p15:clr>
        </p15:guide>
        <p15:guide id="3" pos="6472" userDrawn="1">
          <p15:clr>
            <a:srgbClr val="65CEFF"/>
          </p15:clr>
        </p15:guide>
        <p15:guide id="4" pos="7425" userDrawn="1">
          <p15:clr>
            <a:srgbClr val="65CEFF"/>
          </p15:clr>
        </p15:guide>
        <p15:guide id="5" orient="horz" pos="302" userDrawn="1">
          <p15:clr>
            <a:srgbClr val="65CEFF"/>
          </p15:clr>
        </p15:guide>
        <p15:guide id="6" orient="horz" pos="664" userDrawn="1">
          <p15:clr>
            <a:srgbClr val="65CEFF"/>
          </p15:clr>
        </p15:guide>
        <p15:guide id="7" orient="horz" pos="891" userDrawn="1">
          <p15:clr>
            <a:srgbClr val="65CEFF"/>
          </p15:clr>
        </p15:guide>
        <p15:guide id="8" orient="horz" pos="3658" userDrawn="1">
          <p15:clr>
            <a:srgbClr val="65CEFF"/>
          </p15:clr>
        </p15:guide>
        <p15:guide id="9" orient="horz" pos="3885" userDrawn="1">
          <p15:clr>
            <a:srgbClr val="65CEFF"/>
          </p15:clr>
        </p15:guide>
        <p15:guide id="10" orient="horz" pos="4157" userDrawn="1">
          <p15:clr>
            <a:srgbClr val="65CEFF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dark (large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800"/>
            <a:ext cx="11376026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70697368-7933-D4EC-C605-5BEF353296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7367E6C0-4D2C-4C5F-86D8-A2CFF0EB3D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F746812-65E3-4C09-AC38-B0CFE93C8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581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302" userDrawn="1">
          <p15:clr>
            <a:srgbClr val="65CEFF"/>
          </p15:clr>
        </p15:guide>
        <p15:guide id="5" orient="horz" pos="664" userDrawn="1">
          <p15:clr>
            <a:srgbClr val="65CEFF"/>
          </p15:clr>
        </p15:guide>
        <p15:guide id="6" orient="horz" pos="891" userDrawn="1">
          <p15:clr>
            <a:srgbClr val="65CEFF"/>
          </p15:clr>
        </p15:guide>
        <p15:guide id="7" orient="horz" pos="3658" userDrawn="1">
          <p15:clr>
            <a:srgbClr val="65CEFF"/>
          </p15:clr>
        </p15:guide>
        <p15:guide id="8" orient="horz" pos="3885" userDrawn="1">
          <p15:clr>
            <a:srgbClr val="65CEFF"/>
          </p15:clr>
        </p15:guide>
        <p15:guide id="9" orient="horz" pos="4157" userDrawn="1">
          <p15:clr>
            <a:srgbClr val="65CEFF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800"/>
            <a:ext cx="11376026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2EA6CE5F-6FF7-4E0A-AEB2-1A7C43CE05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7367E6C0-4D2C-4C5F-86D8-A2CFF0EB3D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F746812-65E3-4C09-AC38-B0CFE93C8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65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302" userDrawn="1">
          <p15:clr>
            <a:srgbClr val="65CEFF"/>
          </p15:clr>
        </p15:guide>
        <p15:guide id="5" orient="horz" pos="664" userDrawn="1">
          <p15:clr>
            <a:srgbClr val="65CEFF"/>
          </p15:clr>
        </p15:guide>
        <p15:guide id="6" orient="horz" pos="891" userDrawn="1">
          <p15:clr>
            <a:srgbClr val="65CEFF"/>
          </p15:clr>
        </p15:guide>
        <p15:guide id="7" orient="horz" pos="3658" userDrawn="1">
          <p15:clr>
            <a:srgbClr val="65CEFF"/>
          </p15:clr>
        </p15:guide>
        <p15:guide id="8" orient="horz" pos="3885" userDrawn="1">
          <p15:clr>
            <a:srgbClr val="65CEFF"/>
          </p15:clr>
        </p15:guide>
        <p15:guide id="9" orient="horz" pos="4157" userDrawn="1">
          <p15:clr>
            <a:srgbClr val="65CEFF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5470526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2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6315075" y="1414800"/>
            <a:ext cx="5465763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4F8BBD80-F603-890B-5CCC-27FC59B1600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3A503D1-D234-4258-9A03-D858B10BA4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1AA656B-0BAF-4B75-90BE-93CAC5946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795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3705" userDrawn="1">
          <p15:clr>
            <a:srgbClr val="65CEFF"/>
          </p15:clr>
        </p15:guide>
        <p15:guide id="3" pos="3978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3658" userDrawn="1">
          <p15:clr>
            <a:srgbClr val="65CEFF"/>
          </p15:clr>
        </p15:guide>
        <p15:guide id="10" orient="horz" pos="3885" userDrawn="1">
          <p15:clr>
            <a:srgbClr val="65CEFF"/>
          </p15:clr>
        </p15:guide>
        <p15:guide id="11" orient="horz" pos="4157" userDrawn="1">
          <p15:clr>
            <a:srgbClr val="65CEFF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5470526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2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6315075" y="1414800"/>
            <a:ext cx="5465763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3A503D1-D234-4258-9A03-D858B10BA4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1AA656B-0BAF-4B75-90BE-93CAC5946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4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3705" userDrawn="1">
          <p15:clr>
            <a:srgbClr val="65CEFF"/>
          </p15:clr>
        </p15:guide>
        <p15:guide id="3" pos="3978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3658" userDrawn="1">
          <p15:clr>
            <a:srgbClr val="65CEFF"/>
          </p15:clr>
        </p15:guide>
        <p15:guide id="10" orient="horz" pos="3885" userDrawn="1">
          <p15:clr>
            <a:srgbClr val="65CEFF"/>
          </p15:clr>
        </p15:guide>
        <p15:guide id="11" orient="horz" pos="4157" userDrawn="1">
          <p15:clr>
            <a:srgbClr val="65CEFF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2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4298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9" name="Copy 3" descr="Content text frame">
            <a:extLst>
              <a:ext uri="{FF2B5EF4-FFF2-40B4-BE49-F238E27FC236}">
                <a16:creationId xmlns:a16="http://schemas.microsoft.com/office/drawing/2014/main" id="{F020B491-E63A-4FB5-94ED-2BC31EB35C33}"/>
              </a:ext>
            </a:extLst>
          </p:cNvPr>
          <p:cNvSpPr>
            <a:spLocks noGrp="1"/>
          </p:cNvSpPr>
          <p:nvPr>
            <p:ph sz="half" idx="12"/>
          </p:nvPr>
        </p:nvSpPr>
        <p:spPr bwMode="black">
          <a:xfrm>
            <a:off x="8186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A53CF7CF-3A43-5B1E-4240-BD93149833D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613FA68-C74A-4621-9563-250388EBCC8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F9117D9C-D502-472C-A3C8-FA9087A2E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6232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4975" userDrawn="1">
          <p15:clr>
            <a:srgbClr val="65CEFF"/>
          </p15:clr>
        </p15:guide>
        <p15:guide id="5" pos="5157" userDrawn="1">
          <p15:clr>
            <a:srgbClr val="65CEFF"/>
          </p15:clr>
        </p15:guide>
        <p15:guide id="6" pos="6472" userDrawn="1">
          <p15:clr>
            <a:srgbClr val="65CEFF"/>
          </p15:clr>
        </p15:guide>
        <p15:guide id="7" pos="7425" userDrawn="1">
          <p15:clr>
            <a:srgbClr val="65CEFF"/>
          </p15:clr>
        </p15:guide>
        <p15:guide id="8" orient="horz" pos="302" userDrawn="1">
          <p15:clr>
            <a:srgbClr val="65CEFF"/>
          </p15:clr>
        </p15:guide>
        <p15:guide id="9" orient="horz" pos="664" userDrawn="1">
          <p15:clr>
            <a:srgbClr val="65CEFF"/>
          </p15:clr>
        </p15:guide>
        <p15:guide id="10" orient="horz" pos="891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2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4298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9" name="Copy 3" descr="Content text frame">
            <a:extLst>
              <a:ext uri="{FF2B5EF4-FFF2-40B4-BE49-F238E27FC236}">
                <a16:creationId xmlns:a16="http://schemas.microsoft.com/office/drawing/2014/main" id="{F020B491-E63A-4FB5-94ED-2BC31EB35C33}"/>
              </a:ext>
            </a:extLst>
          </p:cNvPr>
          <p:cNvSpPr>
            <a:spLocks noGrp="1"/>
          </p:cNvSpPr>
          <p:nvPr>
            <p:ph sz="half" idx="12"/>
          </p:nvPr>
        </p:nvSpPr>
        <p:spPr bwMode="black">
          <a:xfrm>
            <a:off x="8186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613FA68-C74A-4621-9563-250388EBCC8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F9117D9C-D502-472C-A3C8-FA9087A2ED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10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4975" userDrawn="1">
          <p15:clr>
            <a:srgbClr val="65CEFF"/>
          </p15:clr>
        </p15:guide>
        <p15:guide id="5" pos="5157" userDrawn="1">
          <p15:clr>
            <a:srgbClr val="65CEFF"/>
          </p15:clr>
        </p15:guide>
        <p15:guide id="6" pos="6472" userDrawn="1">
          <p15:clr>
            <a:srgbClr val="65CEFF"/>
          </p15:clr>
        </p15:guide>
        <p15:guide id="7" pos="7425" userDrawn="1">
          <p15:clr>
            <a:srgbClr val="65CEFF"/>
          </p15:clr>
        </p15:guide>
        <p15:guide id="8" orient="horz" pos="302" userDrawn="1">
          <p15:clr>
            <a:srgbClr val="65CEFF"/>
          </p15:clr>
        </p15:guide>
        <p15:guide id="9" orient="horz" pos="664" userDrawn="1">
          <p15:clr>
            <a:srgbClr val="65CEFF"/>
          </p15:clr>
        </p15:guide>
        <p15:guide id="10" orient="horz" pos="891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buClr>
                <a:schemeClr val="tx1"/>
              </a:buClr>
              <a:defRPr sz="1600"/>
            </a:lvl2pPr>
            <a:lvl3pPr>
              <a:buClr>
                <a:schemeClr val="tx1"/>
              </a:buClr>
              <a:defRPr sz="1600"/>
            </a:lvl3pPr>
            <a:lvl4pPr>
              <a:buClr>
                <a:schemeClr val="tx1"/>
              </a:buClr>
              <a:defRPr sz="1600"/>
            </a:lvl4pPr>
            <a:lvl5pPr>
              <a:buClr>
                <a:schemeClr val="tx1"/>
              </a:buClr>
              <a:defRPr sz="1600"/>
            </a:lvl5pPr>
            <a:lvl6pPr>
              <a:buClr>
                <a:schemeClr val="tx1"/>
              </a:buClr>
              <a:defRPr sz="1600"/>
            </a:lvl6pPr>
            <a:lvl7pPr>
              <a:buClr>
                <a:schemeClr val="tx1"/>
              </a:buClr>
              <a:defRPr sz="1600"/>
            </a:lvl7pPr>
            <a:lvl8pPr>
              <a:buClr>
                <a:schemeClr val="tx1"/>
              </a:buClr>
              <a:defRPr sz="1600"/>
            </a:lvl8pPr>
            <a:lvl9pPr>
              <a:buClr>
                <a:schemeClr val="tx1"/>
              </a:buCl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9" name="Copy 2" descr="Content text frame">
            <a:extLst>
              <a:ext uri="{FF2B5EF4-FFF2-40B4-BE49-F238E27FC236}">
                <a16:creationId xmlns:a16="http://schemas.microsoft.com/office/drawing/2014/main" id="{2871E7F7-6A93-4406-8617-80D9CFF396A8}"/>
              </a:ext>
            </a:extLst>
          </p:cNvPr>
          <p:cNvSpPr>
            <a:spLocks noGrp="1"/>
          </p:cNvSpPr>
          <p:nvPr>
            <p:ph sz="half" idx="12"/>
          </p:nvPr>
        </p:nvSpPr>
        <p:spPr bwMode="black">
          <a:xfrm>
            <a:off x="411162" y="3718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buClr>
                <a:schemeClr val="tx1"/>
              </a:buClr>
              <a:defRPr sz="1600"/>
            </a:lvl2pPr>
            <a:lvl3pPr>
              <a:buClr>
                <a:schemeClr val="tx1"/>
              </a:buClr>
              <a:defRPr sz="1600"/>
            </a:lvl3pPr>
            <a:lvl4pPr>
              <a:buClr>
                <a:schemeClr val="tx1"/>
              </a:buClr>
              <a:defRPr sz="1600"/>
            </a:lvl4pPr>
            <a:lvl5pPr>
              <a:buClr>
                <a:schemeClr val="tx1"/>
              </a:buClr>
              <a:defRPr sz="1600"/>
            </a:lvl5pPr>
            <a:lvl6pPr>
              <a:buClr>
                <a:schemeClr val="tx1"/>
              </a:buClr>
              <a:defRPr sz="1600"/>
            </a:lvl6pPr>
            <a:lvl7pPr>
              <a:buClr>
                <a:schemeClr val="tx1"/>
              </a:buClr>
              <a:defRPr sz="1600"/>
            </a:lvl7pPr>
            <a:lvl8pPr>
              <a:buClr>
                <a:schemeClr val="tx1"/>
              </a:buClr>
              <a:defRPr sz="1600"/>
            </a:lvl8pPr>
            <a:lvl9pPr>
              <a:buClr>
                <a:schemeClr val="tx1"/>
              </a:buCl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3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6315075" y="1414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buClr>
                <a:schemeClr val="tx1"/>
              </a:buClr>
              <a:defRPr sz="1600"/>
            </a:lvl2pPr>
            <a:lvl3pPr>
              <a:buClr>
                <a:schemeClr val="tx1"/>
              </a:buClr>
              <a:defRPr sz="1600"/>
            </a:lvl3pPr>
            <a:lvl4pPr>
              <a:buClr>
                <a:schemeClr val="tx1"/>
              </a:buClr>
              <a:defRPr sz="1600"/>
            </a:lvl4pPr>
            <a:lvl5pPr>
              <a:buClr>
                <a:schemeClr val="tx1"/>
              </a:buClr>
              <a:defRPr sz="1600"/>
            </a:lvl5pPr>
            <a:lvl6pPr>
              <a:buClr>
                <a:schemeClr val="tx1"/>
              </a:buClr>
              <a:defRPr sz="1600"/>
            </a:lvl6pPr>
            <a:lvl7pPr>
              <a:buClr>
                <a:schemeClr val="tx1"/>
              </a:buClr>
              <a:defRPr sz="1600"/>
            </a:lvl7pPr>
            <a:lvl8pPr>
              <a:buClr>
                <a:schemeClr val="tx1"/>
              </a:buClr>
              <a:defRPr sz="1600"/>
            </a:lvl8pPr>
            <a:lvl9pPr>
              <a:buClr>
                <a:schemeClr val="tx1"/>
              </a:buCl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2" name="Copy 4" descr="Content text frame">
            <a:extLst>
              <a:ext uri="{FF2B5EF4-FFF2-40B4-BE49-F238E27FC236}">
                <a16:creationId xmlns:a16="http://schemas.microsoft.com/office/drawing/2014/main" id="{7AD3B9B1-3210-46C8-8222-A0E11719EB88}"/>
              </a:ext>
            </a:extLst>
          </p:cNvPr>
          <p:cNvSpPr>
            <a:spLocks noGrp="1"/>
          </p:cNvSpPr>
          <p:nvPr>
            <p:ph sz="half" idx="13"/>
          </p:nvPr>
        </p:nvSpPr>
        <p:spPr bwMode="black">
          <a:xfrm>
            <a:off x="6315075" y="3718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buClr>
                <a:schemeClr val="tx1"/>
              </a:buClr>
              <a:defRPr sz="1600"/>
            </a:lvl2pPr>
            <a:lvl3pPr>
              <a:buClr>
                <a:schemeClr val="tx1"/>
              </a:buClr>
              <a:defRPr sz="1600"/>
            </a:lvl3pPr>
            <a:lvl4pPr>
              <a:buClr>
                <a:schemeClr val="tx1"/>
              </a:buClr>
              <a:defRPr sz="1600"/>
            </a:lvl4pPr>
            <a:lvl5pPr>
              <a:buClr>
                <a:schemeClr val="tx1"/>
              </a:buClr>
              <a:defRPr sz="1600"/>
            </a:lvl5pPr>
            <a:lvl6pPr>
              <a:buClr>
                <a:schemeClr val="tx1"/>
              </a:buClr>
              <a:defRPr sz="1600"/>
            </a:lvl6pPr>
            <a:lvl7pPr>
              <a:buClr>
                <a:schemeClr val="tx1"/>
              </a:buClr>
              <a:defRPr sz="1600"/>
            </a:lvl7pPr>
            <a:lvl8pPr>
              <a:buClr>
                <a:schemeClr val="tx1"/>
              </a:buClr>
              <a:defRPr sz="1600"/>
            </a:lvl8pPr>
            <a:lvl9pPr>
              <a:buClr>
                <a:schemeClr val="tx1"/>
              </a:buCl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6876CD70-E828-5653-E034-0E836EE5EAD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DF6F0C8-00D9-4034-B3CC-D376702BE1C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3D55964-F7E8-48E3-84D5-FE4FE835C5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569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3705" userDrawn="1">
          <p15:clr>
            <a:srgbClr val="65CEFF"/>
          </p15:clr>
        </p15:guide>
        <p15:guide id="3" pos="3978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2206" userDrawn="1">
          <p15:clr>
            <a:srgbClr val="65CEFF"/>
          </p15:clr>
        </p15:guide>
        <p15:guide id="10" orient="horz" pos="2343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lide headlin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 bwMode="black">
          <a:xfrm>
            <a:off x="411162" y="1414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9" name="Copy 2" descr="Content text frame">
            <a:extLst>
              <a:ext uri="{FF2B5EF4-FFF2-40B4-BE49-F238E27FC236}">
                <a16:creationId xmlns:a16="http://schemas.microsoft.com/office/drawing/2014/main" id="{2871E7F7-6A93-4406-8617-80D9CFF396A8}"/>
              </a:ext>
            </a:extLst>
          </p:cNvPr>
          <p:cNvSpPr>
            <a:spLocks noGrp="1"/>
          </p:cNvSpPr>
          <p:nvPr>
            <p:ph sz="half" idx="12"/>
          </p:nvPr>
        </p:nvSpPr>
        <p:spPr bwMode="black">
          <a:xfrm>
            <a:off x="411162" y="3718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4" name="Copy 3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6315075" y="1414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2" name="Copy 4" descr="Content text frame">
            <a:extLst>
              <a:ext uri="{FF2B5EF4-FFF2-40B4-BE49-F238E27FC236}">
                <a16:creationId xmlns:a16="http://schemas.microsoft.com/office/drawing/2014/main" id="{7AD3B9B1-3210-46C8-8222-A0E11719EB88}"/>
              </a:ext>
            </a:extLst>
          </p:cNvPr>
          <p:cNvSpPr>
            <a:spLocks noGrp="1"/>
          </p:cNvSpPr>
          <p:nvPr>
            <p:ph sz="half" idx="13"/>
          </p:nvPr>
        </p:nvSpPr>
        <p:spPr bwMode="black">
          <a:xfrm>
            <a:off x="6315075" y="3718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1DF6F0C8-00D9-4034-B3CC-D376702BE1C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3D55964-F7E8-48E3-84D5-FE4FE835C5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60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3705" userDrawn="1">
          <p15:clr>
            <a:srgbClr val="65CEFF"/>
          </p15:clr>
        </p15:guide>
        <p15:guide id="3" pos="3978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2206" userDrawn="1">
          <p15:clr>
            <a:srgbClr val="65CEFF"/>
          </p15:clr>
        </p15:guide>
        <p15:guide id="10" orient="horz" pos="2343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dark (Spotlight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E568133C-15D2-4F33-802E-DF15E7891829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" descr="Thematic picture – please describe further">
            <a:extLst>
              <a:ext uri="{FF2B5EF4-FFF2-40B4-BE49-F238E27FC236}">
                <a16:creationId xmlns:a16="http://schemas.microsoft.com/office/drawing/2014/main" id="{90866A30-329B-420B-B42B-2C69E0DE6D9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411161" y="1414800"/>
            <a:ext cx="7199313" cy="4752000"/>
          </a:xfrm>
          <a:solidFill>
            <a:srgbClr val="9999A9"/>
          </a:solidFill>
        </p:spPr>
        <p:txBody>
          <a:bodyPr lIns="144000" tIns="108000" rIns="144000" bIns="108000">
            <a:noAutofit/>
          </a:bodyPr>
          <a:lstStyle/>
          <a:p>
            <a:r>
              <a:rPr lang="en-US"/>
              <a:t>Thematic picture</a:t>
            </a:r>
          </a:p>
        </p:txBody>
      </p:sp>
      <p:sp>
        <p:nvSpPr>
          <p:cNvPr id="4" name="Copy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8043189" y="1414800"/>
            <a:ext cx="3744000" cy="4752000"/>
          </a:xfrm>
          <a:prstGeom prst="rect">
            <a:avLst/>
          </a:prstGeom>
        </p:spPr>
        <p:txBody>
          <a:bodyPr>
            <a:noAutofit/>
          </a:bodyPr>
          <a:lstStyle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  <a:lvl6pPr>
              <a:buClr>
                <a:schemeClr val="tx1"/>
              </a:buClr>
              <a:defRPr/>
            </a:lvl6pPr>
            <a:lvl7pPr>
              <a:buClr>
                <a:schemeClr val="tx1"/>
              </a:buClr>
              <a:defRPr/>
            </a:lvl7pPr>
            <a:lvl8pPr>
              <a:buClr>
                <a:schemeClr val="tx1"/>
              </a:buClr>
              <a:defRPr/>
            </a:lvl8pPr>
            <a:lvl9pPr>
              <a:buClr>
                <a:schemeClr val="tx1"/>
              </a:buCl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6" name="Siemens Logo" descr="Siemens logo">
            <a:extLst>
              <a:ext uri="{FF2B5EF4-FFF2-40B4-BE49-F238E27FC236}">
                <a16:creationId xmlns:a16="http://schemas.microsoft.com/office/drawing/2014/main" id="{2E6EBD77-9439-0F2D-3512-7EAC1BD87F2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3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3756E69-CA2F-47EC-9D32-CB09C4CD83F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95022CCB-0484-488B-8637-222C3919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0964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794" userDrawn="1">
          <p15:clr>
            <a:srgbClr val="65CEFF"/>
          </p15:clr>
        </p15:guide>
        <p15:guide id="3" pos="5066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3658" userDrawn="1">
          <p15:clr>
            <a:srgbClr val="65CEFF"/>
          </p15:clr>
        </p15:guide>
        <p15:guide id="10" orient="horz" pos="3885" userDrawn="1">
          <p15:clr>
            <a:srgbClr val="65CEFF"/>
          </p15:clr>
        </p15:guide>
        <p15:guide id="11" orient="horz" pos="4157" userDrawn="1">
          <p15:clr>
            <a:srgbClr val="65CEFF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Spot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 descr="Slide headline">
            <a:extLst>
              <a:ext uri="{FF2B5EF4-FFF2-40B4-BE49-F238E27FC236}">
                <a16:creationId xmlns:a16="http://schemas.microsoft.com/office/drawing/2014/main" id="{E568133C-15D2-4F33-802E-DF15E7891829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" descr="Thematic picture – please describe further">
            <a:extLst>
              <a:ext uri="{FF2B5EF4-FFF2-40B4-BE49-F238E27FC236}">
                <a16:creationId xmlns:a16="http://schemas.microsoft.com/office/drawing/2014/main" id="{90866A30-329B-420B-B42B-2C69E0DE6D9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ltGray">
          <a:xfrm>
            <a:off x="411161" y="1414800"/>
            <a:ext cx="7199313" cy="4752000"/>
          </a:xfrm>
          <a:solidFill>
            <a:srgbClr val="9999A9"/>
          </a:solidFill>
        </p:spPr>
        <p:txBody>
          <a:bodyPr lIns="144000" tIns="108000" rIns="144000" bIns="108000">
            <a:noAutofit/>
          </a:bodyPr>
          <a:lstStyle/>
          <a:p>
            <a:r>
              <a:rPr lang="en-US"/>
              <a:t>Thematic picture</a:t>
            </a:r>
          </a:p>
        </p:txBody>
      </p:sp>
      <p:sp>
        <p:nvSpPr>
          <p:cNvPr id="4" name="Copy" descr="Content text frame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 bwMode="black">
          <a:xfrm>
            <a:off x="8043189" y="1414800"/>
            <a:ext cx="3744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F468BE17-5D03-45C2-9D37-CF354AAA958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3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3756E69-CA2F-47EC-9D32-CB09C4CD83F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95022CCB-0484-488B-8637-222C3919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4794" userDrawn="1">
          <p15:clr>
            <a:srgbClr val="65CEFF"/>
          </p15:clr>
        </p15:guide>
        <p15:guide id="3" pos="5066" userDrawn="1">
          <p15:clr>
            <a:srgbClr val="65CEFF"/>
          </p15:clr>
        </p15:guide>
        <p15:guide id="4" pos="6472" userDrawn="1">
          <p15:clr>
            <a:srgbClr val="65CEFF"/>
          </p15:clr>
        </p15:guide>
        <p15:guide id="5" pos="7425" userDrawn="1">
          <p15:clr>
            <a:srgbClr val="65CEFF"/>
          </p15:clr>
        </p15:guide>
        <p15:guide id="6" orient="horz" pos="302" userDrawn="1">
          <p15:clr>
            <a:srgbClr val="65CEFF"/>
          </p15:clr>
        </p15:guide>
        <p15:guide id="7" orient="horz" pos="664" userDrawn="1">
          <p15:clr>
            <a:srgbClr val="65CEFF"/>
          </p15:clr>
        </p15:guide>
        <p15:guide id="8" orient="horz" pos="891" userDrawn="1">
          <p15:clr>
            <a:srgbClr val="65CEFF"/>
          </p15:clr>
        </p15:guide>
        <p15:guide id="9" orient="horz" pos="3658" userDrawn="1">
          <p15:clr>
            <a:srgbClr val="65CEFF"/>
          </p15:clr>
        </p15:guide>
        <p15:guide id="10" orient="horz" pos="3885" userDrawn="1">
          <p15:clr>
            <a:srgbClr val="65CEFF"/>
          </p15:clr>
        </p15:guide>
        <p15:guide id="11" orient="horz" pos="4157" userDrawn="1">
          <p15:clr>
            <a:srgbClr val="65CEFF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able dark (large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able Placeholder" descr="Content table  frame">
            <a:extLst>
              <a:ext uri="{FF2B5EF4-FFF2-40B4-BE49-F238E27FC236}">
                <a16:creationId xmlns:a16="http://schemas.microsoft.com/office/drawing/2014/main" id="{D41D1FE0-EDDA-47B8-BF1F-831D4733C32A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 bwMode="black">
          <a:xfrm>
            <a:off x="404812" y="1414461"/>
            <a:ext cx="11376026" cy="4392000"/>
          </a:xfrm>
        </p:spPr>
        <p:txBody>
          <a:bodyPr/>
          <a:lstStyle/>
          <a:p>
            <a:endParaRPr lang="en-US"/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DBDDA68C-D369-4260-610E-00284B3EA64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3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9CEA2FAD-1597-4F5C-878D-02CB854024F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CE0A22CB-5E69-4817-B713-C02B97CF6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2260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302" userDrawn="1">
          <p15:clr>
            <a:srgbClr val="65CEFF"/>
          </p15:clr>
        </p15:guide>
        <p15:guide id="5" orient="horz" pos="664" userDrawn="1">
          <p15:clr>
            <a:srgbClr val="65CEFF"/>
          </p15:clr>
        </p15:guide>
        <p15:guide id="6" orient="horz" pos="891" userDrawn="1">
          <p15:clr>
            <a:srgbClr val="65CEFF"/>
          </p15:clr>
        </p15:guide>
        <p15:guide id="7" orient="horz" pos="3658" userDrawn="1">
          <p15:clr>
            <a:srgbClr val="65CEFF"/>
          </p15:clr>
        </p15:guide>
        <p15:guide id="8" orient="horz" pos="3885" userDrawn="1">
          <p15:clr>
            <a:srgbClr val="65CEFF"/>
          </p15:clr>
        </p15:guide>
        <p15:guide id="9" orient="horz" pos="4157" userDrawn="1">
          <p15:clr>
            <a:srgbClr val="65CEFF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able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 descr="Slide headlin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able Placeholder" descr="Content table  frame">
            <a:extLst>
              <a:ext uri="{FF2B5EF4-FFF2-40B4-BE49-F238E27FC236}">
                <a16:creationId xmlns:a16="http://schemas.microsoft.com/office/drawing/2014/main" id="{D41D1FE0-EDDA-47B8-BF1F-831D4733C32A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 bwMode="black">
          <a:xfrm>
            <a:off x="404812" y="1414461"/>
            <a:ext cx="11376026" cy="4392000"/>
          </a:xfrm>
        </p:spPr>
        <p:txBody>
          <a:bodyPr/>
          <a:lstStyle/>
          <a:p>
            <a:endParaRPr lang="en-US"/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2EA6CE5F-6FF7-4E0A-AEB2-1A7C43CE05C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3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9CEA2FAD-1597-4F5C-878D-02CB854024F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CE0A22CB-5E69-4817-B713-C02B97CF6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4288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302" userDrawn="1">
          <p15:clr>
            <a:srgbClr val="65CEFF"/>
          </p15:clr>
        </p15:guide>
        <p15:guide id="5" orient="horz" pos="664" userDrawn="1">
          <p15:clr>
            <a:srgbClr val="65CEFF"/>
          </p15:clr>
        </p15:guide>
        <p15:guide id="6" orient="horz" pos="891" userDrawn="1">
          <p15:clr>
            <a:srgbClr val="65CEFF"/>
          </p15:clr>
        </p15:guide>
        <p15:guide id="7" orient="horz" pos="3658" userDrawn="1">
          <p15:clr>
            <a:srgbClr val="65CEFF"/>
          </p15:clr>
        </p15:guide>
        <p15:guide id="8" orient="horz" pos="3885" userDrawn="1">
          <p15:clr>
            <a:srgbClr val="65CEFF"/>
          </p15:clr>
        </p15:guide>
        <p15:guide id="9" orient="horz" pos="4157" userDrawn="1">
          <p15:clr>
            <a:srgbClr val="65CEFF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 flo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 descr="Slide headline">
            <a:extLst>
              <a:ext uri="{FF2B5EF4-FFF2-40B4-BE49-F238E27FC236}">
                <a16:creationId xmlns:a16="http://schemas.microsoft.com/office/drawing/2014/main" id="{9F2A455C-53B1-4792-8EA9-F00926C48E39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462"/>
            <a:ext cx="3600000" cy="4392000"/>
          </a:xfrm>
          <a:prstGeom prst="rect">
            <a:avLst/>
          </a:prstGeom>
          <a:ln w="19050">
            <a:solidFill>
              <a:srgbClr val="00C1B6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</a:defRPr>
            </a:lvl1pPr>
            <a:lvl2pPr>
              <a:buClr>
                <a:schemeClr val="tx1"/>
              </a:buClr>
              <a:defRPr>
                <a:ln>
                  <a:noFill/>
                </a:ln>
              </a:defRPr>
            </a:lvl2pPr>
            <a:lvl3pPr>
              <a:buClr>
                <a:schemeClr val="tx1"/>
              </a:buClr>
              <a:defRPr>
                <a:ln>
                  <a:noFill/>
                </a:ln>
              </a:defRPr>
            </a:lvl3pPr>
            <a:lvl4pPr>
              <a:buClr>
                <a:schemeClr val="tx1"/>
              </a:buClr>
              <a:defRPr>
                <a:ln>
                  <a:noFill/>
                </a:ln>
              </a:defRPr>
            </a:lvl4pPr>
            <a:lvl5pPr>
              <a:buClr>
                <a:schemeClr val="tx1"/>
              </a:buClr>
              <a:defRPr>
                <a:ln>
                  <a:noFill/>
                </a:ln>
              </a:defRPr>
            </a:lvl5pPr>
            <a:lvl6pPr>
              <a:buClr>
                <a:schemeClr val="tx1"/>
              </a:buClr>
              <a:defRPr>
                <a:ln>
                  <a:noFill/>
                </a:ln>
              </a:defRPr>
            </a:lvl6pPr>
            <a:lvl7pPr>
              <a:buClr>
                <a:schemeClr val="tx1"/>
              </a:buClr>
              <a:defRPr>
                <a:ln>
                  <a:noFill/>
                </a:ln>
              </a:defRPr>
            </a:lvl7pPr>
            <a:lvl8pPr>
              <a:buClr>
                <a:schemeClr val="tx1"/>
              </a:buClr>
              <a:defRPr>
                <a:ln>
                  <a:noFill/>
                </a:ln>
              </a:defRPr>
            </a:lvl8pPr>
            <a:lvl9pPr>
              <a:buClr>
                <a:schemeClr val="tx1"/>
              </a:buClr>
              <a:defRPr>
                <a:ln>
                  <a:noFill/>
                </a:ln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1" name="Copy 2" descr="Content text frame">
            <a:extLst>
              <a:ext uri="{FF2B5EF4-FFF2-40B4-BE49-F238E27FC236}">
                <a16:creationId xmlns:a16="http://schemas.microsoft.com/office/drawing/2014/main" id="{3AC3CE10-0C4B-4A11-BA76-8CAFED13661C}"/>
              </a:ext>
            </a:extLst>
          </p:cNvPr>
          <p:cNvSpPr>
            <a:spLocks noGrp="1"/>
          </p:cNvSpPr>
          <p:nvPr>
            <p:ph idx="13"/>
          </p:nvPr>
        </p:nvSpPr>
        <p:spPr bwMode="black">
          <a:xfrm>
            <a:off x="4299176" y="1414462"/>
            <a:ext cx="3600000" cy="4392000"/>
          </a:xfrm>
          <a:prstGeom prst="rect">
            <a:avLst/>
          </a:prstGeom>
          <a:ln w="19050">
            <a:solidFill>
              <a:srgbClr val="00C1B6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</a:defRPr>
            </a:lvl1pPr>
            <a:lvl2pPr>
              <a:buClr>
                <a:schemeClr val="tx1"/>
              </a:buClr>
              <a:defRPr>
                <a:ln>
                  <a:noFill/>
                </a:ln>
              </a:defRPr>
            </a:lvl2pPr>
            <a:lvl3pPr>
              <a:buClr>
                <a:schemeClr val="tx1"/>
              </a:buClr>
              <a:defRPr>
                <a:ln>
                  <a:noFill/>
                </a:ln>
              </a:defRPr>
            </a:lvl3pPr>
            <a:lvl4pPr>
              <a:buClr>
                <a:schemeClr val="tx1"/>
              </a:buClr>
              <a:defRPr>
                <a:ln>
                  <a:noFill/>
                </a:ln>
              </a:defRPr>
            </a:lvl4pPr>
            <a:lvl5pPr>
              <a:buClr>
                <a:schemeClr val="tx1"/>
              </a:buClr>
              <a:defRPr>
                <a:ln>
                  <a:noFill/>
                </a:ln>
              </a:defRPr>
            </a:lvl5pPr>
            <a:lvl6pPr>
              <a:buClr>
                <a:schemeClr val="tx1"/>
              </a:buClr>
              <a:defRPr>
                <a:ln>
                  <a:noFill/>
                </a:ln>
              </a:defRPr>
            </a:lvl6pPr>
            <a:lvl7pPr>
              <a:buClr>
                <a:schemeClr val="tx1"/>
              </a:buClr>
              <a:defRPr>
                <a:ln>
                  <a:noFill/>
                </a:ln>
              </a:defRPr>
            </a:lvl7pPr>
            <a:lvl8pPr>
              <a:buClr>
                <a:schemeClr val="tx1"/>
              </a:buClr>
              <a:defRPr>
                <a:ln>
                  <a:noFill/>
                </a:ln>
              </a:defRPr>
            </a:lvl8pPr>
            <a:lvl9pPr>
              <a:buClr>
                <a:schemeClr val="tx1"/>
              </a:buClr>
              <a:defRPr>
                <a:ln>
                  <a:noFill/>
                </a:ln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0" name="Copy 3" descr="Content text frame (highlight)">
            <a:extLst>
              <a:ext uri="{FF2B5EF4-FFF2-40B4-BE49-F238E27FC236}">
                <a16:creationId xmlns:a16="http://schemas.microsoft.com/office/drawing/2014/main" id="{E840DCCC-8E77-40B8-B94B-A4D3A4D77826}"/>
              </a:ext>
            </a:extLst>
          </p:cNvPr>
          <p:cNvSpPr>
            <a:spLocks noGrp="1"/>
          </p:cNvSpPr>
          <p:nvPr>
            <p:ph idx="12"/>
          </p:nvPr>
        </p:nvSpPr>
        <p:spPr bwMode="blackWhite">
          <a:xfrm>
            <a:off x="8187189" y="1414462"/>
            <a:ext cx="3600000" cy="4392000"/>
          </a:xfrm>
          <a:prstGeom prst="rect">
            <a:avLst/>
          </a:prstGeom>
          <a:solidFill>
            <a:srgbClr val="00C1B6"/>
          </a:solidFill>
          <a:ln w="19050">
            <a:solidFill>
              <a:srgbClr val="00C1B6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bg1"/>
              </a:buCl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buClr>
                <a:schemeClr val="bg1"/>
              </a:buCl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9" name="Siemens Logo" descr="Siemens logo">
            <a:extLst>
              <a:ext uri="{FF2B5EF4-FFF2-40B4-BE49-F238E27FC236}">
                <a16:creationId xmlns:a16="http://schemas.microsoft.com/office/drawing/2014/main" id="{E5DDD55C-5C17-4BCD-A9BB-FE8A69DC48D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91FCCEDD-7521-4BD5-8A32-A62DA624670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C2AAE3E-7F56-4838-BCE7-6B966549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158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4975" userDrawn="1">
          <p15:clr>
            <a:srgbClr val="65CEFF"/>
          </p15:clr>
        </p15:guide>
        <p15:guide id="5" pos="5157" userDrawn="1">
          <p15:clr>
            <a:srgbClr val="65CEFF"/>
          </p15:clr>
        </p15:guide>
        <p15:guide id="6" pos="6472" userDrawn="1">
          <p15:clr>
            <a:srgbClr val="65CEFF"/>
          </p15:clr>
        </p15:guide>
        <p15:guide id="7" pos="7425" userDrawn="1">
          <p15:clr>
            <a:srgbClr val="65CEFF"/>
          </p15:clr>
        </p15:guide>
        <p15:guide id="8" orient="horz" pos="302" userDrawn="1">
          <p15:clr>
            <a:srgbClr val="65CEFF"/>
          </p15:clr>
        </p15:guide>
        <p15:guide id="9" orient="horz" pos="664" userDrawn="1">
          <p15:clr>
            <a:srgbClr val="65CEFF"/>
          </p15:clr>
        </p15:guide>
        <p15:guide id="10" orient="horz" pos="891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 flow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 descr="Slide headline">
            <a:extLst>
              <a:ext uri="{FF2B5EF4-FFF2-40B4-BE49-F238E27FC236}">
                <a16:creationId xmlns:a16="http://schemas.microsoft.com/office/drawing/2014/main" id="{9F2A455C-53B1-4792-8EA9-F00926C48E39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py 1" descr="Content text frame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11162" y="1414462"/>
            <a:ext cx="3600000" cy="4392000"/>
          </a:xfrm>
          <a:prstGeom prst="rect">
            <a:avLst/>
          </a:prstGeom>
          <a:ln w="19050">
            <a:solidFill>
              <a:schemeClr val="accent1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</a:defRPr>
            </a:lvl1pPr>
            <a:lvl2pPr>
              <a:buClr>
                <a:schemeClr val="accent1"/>
              </a:buClr>
              <a:defRPr>
                <a:ln>
                  <a:noFill/>
                </a:ln>
              </a:defRPr>
            </a:lvl2pPr>
            <a:lvl3pPr>
              <a:buClr>
                <a:schemeClr val="accent1"/>
              </a:buClr>
              <a:defRPr>
                <a:ln>
                  <a:noFill/>
                </a:ln>
              </a:defRPr>
            </a:lvl3pPr>
            <a:lvl4pPr>
              <a:buClr>
                <a:schemeClr val="accent1"/>
              </a:buClr>
              <a:defRPr>
                <a:ln>
                  <a:noFill/>
                </a:ln>
              </a:defRPr>
            </a:lvl4pPr>
            <a:lvl5pPr>
              <a:buClr>
                <a:schemeClr val="accent1"/>
              </a:buClr>
              <a:defRPr>
                <a:ln>
                  <a:noFill/>
                </a:ln>
              </a:defRPr>
            </a:lvl5pPr>
            <a:lvl6pPr>
              <a:buClr>
                <a:schemeClr val="accent1"/>
              </a:buClr>
              <a:defRPr>
                <a:ln>
                  <a:noFill/>
                </a:ln>
              </a:defRPr>
            </a:lvl6pPr>
            <a:lvl7pPr>
              <a:buClr>
                <a:schemeClr val="accent1"/>
              </a:buClr>
              <a:defRPr>
                <a:ln>
                  <a:noFill/>
                </a:ln>
              </a:defRPr>
            </a:lvl7pPr>
            <a:lvl8pPr>
              <a:buClr>
                <a:schemeClr val="accent1"/>
              </a:buClr>
              <a:defRPr>
                <a:ln>
                  <a:noFill/>
                </a:ln>
              </a:defRPr>
            </a:lvl8pPr>
            <a:lvl9pPr>
              <a:buClr>
                <a:schemeClr val="accent1"/>
              </a:buClr>
              <a:defRPr>
                <a:ln>
                  <a:noFill/>
                </a:ln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1" name="Copy 2" descr="Content text frame">
            <a:extLst>
              <a:ext uri="{FF2B5EF4-FFF2-40B4-BE49-F238E27FC236}">
                <a16:creationId xmlns:a16="http://schemas.microsoft.com/office/drawing/2014/main" id="{3AC3CE10-0C4B-4A11-BA76-8CAFED13661C}"/>
              </a:ext>
            </a:extLst>
          </p:cNvPr>
          <p:cNvSpPr>
            <a:spLocks noGrp="1"/>
          </p:cNvSpPr>
          <p:nvPr>
            <p:ph idx="13"/>
          </p:nvPr>
        </p:nvSpPr>
        <p:spPr bwMode="black">
          <a:xfrm>
            <a:off x="4299176" y="1414462"/>
            <a:ext cx="3600000" cy="4392000"/>
          </a:xfrm>
          <a:prstGeom prst="rect">
            <a:avLst/>
          </a:prstGeom>
          <a:ln w="19050">
            <a:solidFill>
              <a:schemeClr val="accent1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</a:defRPr>
            </a:lvl1pPr>
            <a:lvl2pPr>
              <a:buClr>
                <a:schemeClr val="accent1"/>
              </a:buClr>
              <a:defRPr>
                <a:ln>
                  <a:noFill/>
                </a:ln>
              </a:defRPr>
            </a:lvl2pPr>
            <a:lvl3pPr>
              <a:buClr>
                <a:schemeClr val="accent1"/>
              </a:buClr>
              <a:defRPr>
                <a:ln>
                  <a:noFill/>
                </a:ln>
              </a:defRPr>
            </a:lvl3pPr>
            <a:lvl4pPr>
              <a:buClr>
                <a:schemeClr val="accent1"/>
              </a:buClr>
              <a:defRPr>
                <a:ln>
                  <a:noFill/>
                </a:ln>
              </a:defRPr>
            </a:lvl4pPr>
            <a:lvl5pPr>
              <a:buClr>
                <a:schemeClr val="accent1"/>
              </a:buClr>
              <a:defRPr>
                <a:ln>
                  <a:noFill/>
                </a:ln>
              </a:defRPr>
            </a:lvl5pPr>
            <a:lvl6pPr>
              <a:buClr>
                <a:schemeClr val="accent1"/>
              </a:buClr>
              <a:defRPr>
                <a:ln>
                  <a:noFill/>
                </a:ln>
              </a:defRPr>
            </a:lvl6pPr>
            <a:lvl7pPr>
              <a:buClr>
                <a:schemeClr val="accent1"/>
              </a:buClr>
              <a:defRPr>
                <a:ln>
                  <a:noFill/>
                </a:ln>
              </a:defRPr>
            </a:lvl7pPr>
            <a:lvl8pPr>
              <a:buClr>
                <a:schemeClr val="accent1"/>
              </a:buClr>
              <a:defRPr>
                <a:ln>
                  <a:noFill/>
                </a:ln>
              </a:defRPr>
            </a:lvl8pPr>
            <a:lvl9pPr>
              <a:buClr>
                <a:schemeClr val="accent1"/>
              </a:buClr>
              <a:defRPr>
                <a:ln>
                  <a:noFill/>
                </a:ln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10" name="Copy 3" descr="Content text frame (highlight)">
            <a:extLst>
              <a:ext uri="{FF2B5EF4-FFF2-40B4-BE49-F238E27FC236}">
                <a16:creationId xmlns:a16="http://schemas.microsoft.com/office/drawing/2014/main" id="{E840DCCC-8E77-40B8-B94B-A4D3A4D77826}"/>
              </a:ext>
            </a:extLst>
          </p:cNvPr>
          <p:cNvSpPr>
            <a:spLocks noGrp="1"/>
          </p:cNvSpPr>
          <p:nvPr>
            <p:ph idx="12"/>
          </p:nvPr>
        </p:nvSpPr>
        <p:spPr bwMode="blackWhite">
          <a:xfrm>
            <a:off x="8187189" y="1414462"/>
            <a:ext cx="3600000" cy="4392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tIns="144000" rIns="216000" bIns="144000" rtlCol="0" anchor="t" anchorCtr="0"/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2pPr>
            <a:lvl3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3pPr>
            <a:lvl4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4pPr>
            <a:lvl5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5pPr>
            <a:lvl6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6pPr>
            <a:lvl7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7pPr>
            <a:lvl8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8pPr>
            <a:lvl9pPr>
              <a:buClr>
                <a:schemeClr val="tx1"/>
              </a:buClr>
              <a:defRPr lang="en-US" dirty="0">
                <a:solidFill>
                  <a:schemeClr val="tx1"/>
                </a:solidFill>
              </a:defRPr>
            </a:lvl9pPr>
          </a:lstStyle>
          <a:p>
            <a:pPr lvl="0">
              <a:buClr>
                <a:schemeClr val="accent1"/>
              </a:buClr>
            </a:pPr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pic>
        <p:nvPicPr>
          <p:cNvPr id="8" name="Siemens Logo" descr="Siemens logo">
            <a:extLst>
              <a:ext uri="{FF2B5EF4-FFF2-40B4-BE49-F238E27FC236}">
                <a16:creationId xmlns:a16="http://schemas.microsoft.com/office/drawing/2014/main" id="{219FA372-8978-3FA6-7DE8-9278A9E578F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6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91FCCEDD-7521-4BD5-8A32-A62DA624670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C2AAE3E-7F56-4838-BCE7-6B966549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26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2526" userDrawn="1">
          <p15:clr>
            <a:srgbClr val="65CEFF"/>
          </p15:clr>
        </p15:guide>
        <p15:guide id="3" pos="2708" userDrawn="1">
          <p15:clr>
            <a:srgbClr val="65CEFF"/>
          </p15:clr>
        </p15:guide>
        <p15:guide id="4" pos="4975" userDrawn="1">
          <p15:clr>
            <a:srgbClr val="65CEFF"/>
          </p15:clr>
        </p15:guide>
        <p15:guide id="5" pos="5157" userDrawn="1">
          <p15:clr>
            <a:srgbClr val="65CEFF"/>
          </p15:clr>
        </p15:guide>
        <p15:guide id="6" pos="6472" userDrawn="1">
          <p15:clr>
            <a:srgbClr val="65CEFF"/>
          </p15:clr>
        </p15:guide>
        <p15:guide id="7" pos="7425" userDrawn="1">
          <p15:clr>
            <a:srgbClr val="65CEFF"/>
          </p15:clr>
        </p15:guide>
        <p15:guide id="8" orient="horz" pos="302" userDrawn="1">
          <p15:clr>
            <a:srgbClr val="65CEFF"/>
          </p15:clr>
        </p15:guide>
        <p15:guide id="9" orient="horz" pos="664" userDrawn="1">
          <p15:clr>
            <a:srgbClr val="65CEFF"/>
          </p15:clr>
        </p15:guide>
        <p15:guide id="10" orient="horz" pos="891" userDrawn="1">
          <p15:clr>
            <a:srgbClr val="65CEFF"/>
          </p15:clr>
        </p15:guide>
        <p15:guide id="11" orient="horz" pos="3658" userDrawn="1">
          <p15:clr>
            <a:srgbClr val="65CEFF"/>
          </p15:clr>
        </p15:guide>
        <p15:guide id="12" orient="horz" pos="3885" userDrawn="1">
          <p15:clr>
            <a:srgbClr val="65CEFF"/>
          </p15:clr>
        </p15:guide>
        <p15:guide id="13" orient="horz" pos="4157" userDrawn="1">
          <p15:clr>
            <a:srgbClr val="65CEFF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0B813CE-4DD6-4EAD-800B-047C0542F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-540000"/>
            <a:ext cx="9863997" cy="360000"/>
          </a:xfrm>
        </p:spPr>
        <p:txBody>
          <a:bodyPr/>
          <a:lstStyle>
            <a:lvl1pPr>
              <a:defRPr b="0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py" descr="Quote text frame">
            <a:extLst>
              <a:ext uri="{FF2B5EF4-FFF2-40B4-BE49-F238E27FC236}">
                <a16:creationId xmlns:a16="http://schemas.microsoft.com/office/drawing/2014/main" id="{9E21D6DF-C9DB-4F02-863A-C5513347A27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022400" y="1702799"/>
            <a:ext cx="9252000" cy="4104000"/>
          </a:xfrm>
        </p:spPr>
        <p:txBody>
          <a:bodyPr>
            <a:noAutofit/>
          </a:bodyPr>
          <a:lstStyle>
            <a:lvl1pPr marL="0">
              <a:lnSpc>
                <a:spcPct val="110000"/>
              </a:lnSpc>
              <a:spcAft>
                <a:spcPts val="0"/>
              </a:spcAft>
              <a:defRPr sz="4800" b="0">
                <a:solidFill>
                  <a:schemeClr val="tx1"/>
                </a:solidFill>
              </a:defRPr>
            </a:lvl1pPr>
            <a:lvl2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/>
            </a:lvl2pPr>
            <a:lvl3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</a:defRPr>
            </a:lvl3pPr>
            <a:lvl4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4pPr>
            <a:lvl5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5pPr>
          </a:lstStyle>
          <a:p>
            <a:pPr lvl="0"/>
            <a:r>
              <a:rPr lang="en-US"/>
              <a:t>Please insert quote here</a:t>
            </a:r>
          </a:p>
          <a:p>
            <a:pPr lvl="1"/>
            <a:r>
              <a:rPr lang="en-US"/>
              <a:t>Name, Author</a:t>
            </a:r>
          </a:p>
        </p:txBody>
      </p:sp>
      <p:sp>
        <p:nvSpPr>
          <p:cNvPr id="11" name="Quote marks">
            <a:extLst>
              <a:ext uri="{FF2B5EF4-FFF2-40B4-BE49-F238E27FC236}">
                <a16:creationId xmlns:a16="http://schemas.microsoft.com/office/drawing/2014/main" id="{916E4245-F21C-4EAB-8B26-FEA21C260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1058400" y="766763"/>
            <a:ext cx="907891" cy="647700"/>
          </a:xfrm>
          <a:custGeom>
            <a:avLst/>
            <a:gdLst>
              <a:gd name="connsiteX0" fmla="*/ 0 w 2619164"/>
              <a:gd name="connsiteY0" fmla="*/ 1868543 h 1868542"/>
              <a:gd name="connsiteX1" fmla="*/ 742610 w 2619164"/>
              <a:gd name="connsiteY1" fmla="*/ 0 h 1868542"/>
              <a:gd name="connsiteX2" fmla="*/ 1318210 w 2619164"/>
              <a:gd name="connsiteY2" fmla="*/ 0 h 1868542"/>
              <a:gd name="connsiteX3" fmla="*/ 742610 w 2619164"/>
              <a:gd name="connsiteY3" fmla="*/ 1868543 h 1868542"/>
              <a:gd name="connsiteX4" fmla="*/ 0 w 2619164"/>
              <a:gd name="connsiteY4" fmla="*/ 1868543 h 1868542"/>
              <a:gd name="connsiteX5" fmla="*/ 1300954 w 2619164"/>
              <a:gd name="connsiteY5" fmla="*/ 1868543 h 1868542"/>
              <a:gd name="connsiteX6" fmla="*/ 2043564 w 2619164"/>
              <a:gd name="connsiteY6" fmla="*/ 0 h 1868542"/>
              <a:gd name="connsiteX7" fmla="*/ 2619164 w 2619164"/>
              <a:gd name="connsiteY7" fmla="*/ 0 h 1868542"/>
              <a:gd name="connsiteX8" fmla="*/ 2043564 w 2619164"/>
              <a:gd name="connsiteY8" fmla="*/ 1868543 h 1868542"/>
              <a:gd name="connsiteX9" fmla="*/ 1300954 w 2619164"/>
              <a:gd name="connsiteY9" fmla="*/ 1868543 h 1868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19164" h="1868542">
                <a:moveTo>
                  <a:pt x="0" y="1868543"/>
                </a:moveTo>
                <a:lnTo>
                  <a:pt x="742610" y="0"/>
                </a:lnTo>
                <a:lnTo>
                  <a:pt x="1318210" y="0"/>
                </a:lnTo>
                <a:lnTo>
                  <a:pt x="742610" y="1868543"/>
                </a:lnTo>
                <a:lnTo>
                  <a:pt x="0" y="1868543"/>
                </a:lnTo>
                <a:close/>
                <a:moveTo>
                  <a:pt x="1300954" y="1868543"/>
                </a:moveTo>
                <a:lnTo>
                  <a:pt x="2043564" y="0"/>
                </a:lnTo>
                <a:lnTo>
                  <a:pt x="2619164" y="0"/>
                </a:lnTo>
                <a:lnTo>
                  <a:pt x="2043564" y="1868543"/>
                </a:lnTo>
                <a:lnTo>
                  <a:pt x="1300954" y="1868543"/>
                </a:lnTo>
                <a:close/>
              </a:path>
            </a:pathLst>
          </a:custGeom>
          <a:gradFill>
            <a:gsLst>
              <a:gs pos="15000">
                <a:srgbClr val="00FFB9"/>
              </a:gs>
              <a:gs pos="80000">
                <a:srgbClr val="00E6DC"/>
              </a:gs>
            </a:gsLst>
            <a:lin ang="5400000" scaled="1"/>
          </a:gradFill>
          <a:ln w="615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8" name="Siemens Logo" descr="Siemens logo">
            <a:extLst>
              <a:ext uri="{FF2B5EF4-FFF2-40B4-BE49-F238E27FC236}">
                <a16:creationId xmlns:a16="http://schemas.microsoft.com/office/drawing/2014/main" id="{AF2E271F-5AF7-408E-9752-03D1D6448EA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EC4F35EF-AC94-4800-9CB7-CA49CAFDD2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CCC7FBE7-01B9-4EC8-8BE1-F416F7C5B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5121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891" userDrawn="1">
          <p15:clr>
            <a:srgbClr val="65CEFF"/>
          </p15:clr>
        </p15:guide>
        <p15:guide id="5" orient="horz" pos="1073" userDrawn="1">
          <p15:clr>
            <a:srgbClr val="65CEFF"/>
          </p15:clr>
        </p15:guide>
        <p15:guide id="6" orient="horz" pos="3658" userDrawn="1">
          <p15:clr>
            <a:srgbClr val="65CEFF"/>
          </p15:clr>
        </p15:guide>
        <p15:guide id="7" orient="horz" pos="3885" userDrawn="1">
          <p15:clr>
            <a:srgbClr val="65CEFF"/>
          </p15:clr>
        </p15:guide>
        <p15:guide id="8" orient="horz" pos="4157" userDrawn="1">
          <p15:clr>
            <a:srgbClr val="65CEFF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A8C0A65-FABA-4781-9F01-D54558440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162" y="-540000"/>
            <a:ext cx="9863138" cy="360000"/>
          </a:xfrm>
        </p:spPr>
        <p:txBody>
          <a:bodyPr/>
          <a:lstStyle>
            <a:lvl1pPr>
              <a:defRPr b="0">
                <a:solidFill>
                  <a:schemeClr val="accent1">
                    <a:alpha val="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py" descr="Quote text frame">
            <a:extLst>
              <a:ext uri="{FF2B5EF4-FFF2-40B4-BE49-F238E27FC236}">
                <a16:creationId xmlns:a16="http://schemas.microsoft.com/office/drawing/2014/main" id="{9E21D6DF-C9DB-4F02-863A-C5513347A27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022400" y="1702799"/>
            <a:ext cx="9252760" cy="4104000"/>
          </a:xfrm>
        </p:spPr>
        <p:txBody>
          <a:bodyPr>
            <a:noAutofit/>
          </a:bodyPr>
          <a:lstStyle>
            <a:lvl1pPr marL="0">
              <a:lnSpc>
                <a:spcPct val="110000"/>
              </a:lnSpc>
              <a:spcAft>
                <a:spcPts val="0"/>
              </a:spcAft>
              <a:defRPr sz="4800" b="0">
                <a:solidFill>
                  <a:schemeClr val="tx2"/>
                </a:solidFill>
              </a:defRPr>
            </a:lvl1pPr>
            <a:lvl2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2pPr>
            <a:lvl3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3pPr>
            <a:lvl4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4pPr>
            <a:lvl5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5pPr>
          </a:lstStyle>
          <a:p>
            <a:pPr lvl="0"/>
            <a:r>
              <a:rPr lang="en-US"/>
              <a:t>Please insert quote here</a:t>
            </a:r>
          </a:p>
          <a:p>
            <a:pPr lvl="1"/>
            <a:r>
              <a:rPr lang="en-US"/>
              <a:t>Name, Author</a:t>
            </a:r>
          </a:p>
        </p:txBody>
      </p:sp>
      <p:sp>
        <p:nvSpPr>
          <p:cNvPr id="12" name="Quote marks">
            <a:extLst>
              <a:ext uri="{FF2B5EF4-FFF2-40B4-BE49-F238E27FC236}">
                <a16:creationId xmlns:a16="http://schemas.microsoft.com/office/drawing/2014/main" id="{58EF2AB0-A78A-44C9-9A7D-F20D9ED85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ltGray">
          <a:xfrm>
            <a:off x="1058400" y="766763"/>
            <a:ext cx="907891" cy="647700"/>
          </a:xfrm>
          <a:custGeom>
            <a:avLst/>
            <a:gdLst>
              <a:gd name="connsiteX0" fmla="*/ 0 w 2619164"/>
              <a:gd name="connsiteY0" fmla="*/ 1868543 h 1868542"/>
              <a:gd name="connsiteX1" fmla="*/ 742610 w 2619164"/>
              <a:gd name="connsiteY1" fmla="*/ 0 h 1868542"/>
              <a:gd name="connsiteX2" fmla="*/ 1318210 w 2619164"/>
              <a:gd name="connsiteY2" fmla="*/ 0 h 1868542"/>
              <a:gd name="connsiteX3" fmla="*/ 742610 w 2619164"/>
              <a:gd name="connsiteY3" fmla="*/ 1868543 h 1868542"/>
              <a:gd name="connsiteX4" fmla="*/ 0 w 2619164"/>
              <a:gd name="connsiteY4" fmla="*/ 1868543 h 1868542"/>
              <a:gd name="connsiteX5" fmla="*/ 1300954 w 2619164"/>
              <a:gd name="connsiteY5" fmla="*/ 1868543 h 1868542"/>
              <a:gd name="connsiteX6" fmla="*/ 2043564 w 2619164"/>
              <a:gd name="connsiteY6" fmla="*/ 0 h 1868542"/>
              <a:gd name="connsiteX7" fmla="*/ 2619164 w 2619164"/>
              <a:gd name="connsiteY7" fmla="*/ 0 h 1868542"/>
              <a:gd name="connsiteX8" fmla="*/ 2043564 w 2619164"/>
              <a:gd name="connsiteY8" fmla="*/ 1868543 h 1868542"/>
              <a:gd name="connsiteX9" fmla="*/ 1300954 w 2619164"/>
              <a:gd name="connsiteY9" fmla="*/ 1868543 h 1868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19164" h="1868542">
                <a:moveTo>
                  <a:pt x="0" y="1868543"/>
                </a:moveTo>
                <a:lnTo>
                  <a:pt x="742610" y="0"/>
                </a:lnTo>
                <a:lnTo>
                  <a:pt x="1318210" y="0"/>
                </a:lnTo>
                <a:lnTo>
                  <a:pt x="742610" y="1868543"/>
                </a:lnTo>
                <a:lnTo>
                  <a:pt x="0" y="1868543"/>
                </a:lnTo>
                <a:close/>
                <a:moveTo>
                  <a:pt x="1300954" y="1868543"/>
                </a:moveTo>
                <a:lnTo>
                  <a:pt x="2043564" y="0"/>
                </a:lnTo>
                <a:lnTo>
                  <a:pt x="2619164" y="0"/>
                </a:lnTo>
                <a:lnTo>
                  <a:pt x="2043564" y="1868543"/>
                </a:lnTo>
                <a:lnTo>
                  <a:pt x="1300954" y="1868543"/>
                </a:lnTo>
                <a:close/>
              </a:path>
            </a:pathLst>
          </a:custGeom>
          <a:gradFill>
            <a:gsLst>
              <a:gs pos="15000">
                <a:srgbClr val="00FFB9"/>
              </a:gs>
              <a:gs pos="80000">
                <a:srgbClr val="00E6DC"/>
              </a:gs>
            </a:gsLst>
            <a:lin ang="5400000" scaled="1"/>
          </a:gradFill>
          <a:ln w="615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4" name="Siemens Logo" descr="Siemens logo">
            <a:extLst>
              <a:ext uri="{FF2B5EF4-FFF2-40B4-BE49-F238E27FC236}">
                <a16:creationId xmlns:a16="http://schemas.microsoft.com/office/drawing/2014/main" id="{F8D833B7-9866-4D2D-AEB7-012D6DDE2A3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6AEDD147-ACC0-4A9C-9043-90612765C0F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131F54F-C70B-4435-91E6-F995F83E6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19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891" userDrawn="1">
          <p15:clr>
            <a:srgbClr val="65CEFF"/>
          </p15:clr>
        </p15:guide>
        <p15:guide id="5" orient="horz" pos="1073" userDrawn="1">
          <p15:clr>
            <a:srgbClr val="65CEFF"/>
          </p15:clr>
        </p15:guide>
        <p15:guide id="6" orient="horz" pos="2206" userDrawn="1">
          <p15:clr>
            <a:srgbClr val="65CEFF"/>
          </p15:clr>
        </p15:guide>
        <p15:guide id="7" orient="horz" pos="2343" userDrawn="1">
          <p15:clr>
            <a:srgbClr val="65CEFF"/>
          </p15:clr>
        </p15:guide>
        <p15:guide id="8" orient="horz" pos="3658" userDrawn="1">
          <p15:clr>
            <a:srgbClr val="65CEFF"/>
          </p15:clr>
        </p15:guide>
        <p15:guide id="9" orient="horz" pos="3885" userDrawn="1">
          <p15:clr>
            <a:srgbClr val="65CEFF"/>
          </p15:clr>
        </p15:guide>
        <p15:guide id="10" orient="horz" pos="4157" userDrawn="1">
          <p15:clr>
            <a:srgbClr val="65CEFF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tatement text fram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>
          <a:xfrm>
            <a:off x="986400" y="1270799"/>
            <a:ext cx="10800000" cy="4536000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90000"/>
              </a:lnSpc>
              <a:defRPr sz="8000" b="0">
                <a:gradFill>
                  <a:gsLst>
                    <a:gs pos="20000">
                      <a:srgbClr val="00FFB9"/>
                    </a:gs>
                    <a:gs pos="70000">
                      <a:srgbClr val="00E6DC"/>
                    </a:gs>
                  </a:gsLst>
                  <a:lin ang="0" scaled="1"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Siemens Logo" descr="Siemens logo">
            <a:extLst>
              <a:ext uri="{FF2B5EF4-FFF2-40B4-BE49-F238E27FC236}">
                <a16:creationId xmlns:a16="http://schemas.microsoft.com/office/drawing/2014/main" id="{0EF6BB07-4F4E-4859-9572-DA63E35B93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09BD8BE5-BFF2-469D-8B93-9556FCC45C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F9372441-FA7E-4481-BBC2-24CB6D301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4166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801" userDrawn="1">
          <p15:clr>
            <a:srgbClr val="65CEFF"/>
          </p15:clr>
        </p15:guide>
        <p15:guide id="5" orient="horz" pos="3658" userDrawn="1">
          <p15:clr>
            <a:srgbClr val="65CEFF"/>
          </p15:clr>
        </p15:guide>
        <p15:guide id="6" orient="horz" pos="4157" userDrawn="1">
          <p15:clr>
            <a:srgbClr val="65CEFF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 descr="Statement text fram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 bwMode="black">
          <a:xfrm>
            <a:off x="986400" y="1271538"/>
            <a:ext cx="10800000" cy="4536000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90000"/>
              </a:lnSpc>
              <a:defRPr sz="8000" b="0">
                <a:gradFill>
                  <a:gsLst>
                    <a:gs pos="20000">
                      <a:srgbClr val="00FFB9"/>
                    </a:gs>
                    <a:gs pos="70000">
                      <a:srgbClr val="00E6DC"/>
                    </a:gs>
                  </a:gsLst>
                  <a:lin ang="0" scaled="1"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Siemens Logo" descr="Siemens logo">
            <a:extLst>
              <a:ext uri="{FF2B5EF4-FFF2-40B4-BE49-F238E27FC236}">
                <a16:creationId xmlns:a16="http://schemas.microsoft.com/office/drawing/2014/main" id="{F8D833B7-9866-4D2D-AEB7-012D6DDE2A3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2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9F9E844-3827-4B6C-9CB5-13C9A70DCD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52C2AF7-8539-453F-BD56-35B696DB2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801">
          <p15:clr>
            <a:srgbClr val="65CEFF"/>
          </p15:clr>
        </p15:guide>
        <p15:guide id="5" orient="horz" pos="3658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 descr="Slide headline">
            <a:extLst>
              <a:ext uri="{FF2B5EF4-FFF2-40B4-BE49-F238E27FC236}">
                <a16:creationId xmlns:a16="http://schemas.microsoft.com/office/drawing/2014/main" id="{B29E3DA4-014E-4F3D-8186-84366ADFC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58400" y="1234800"/>
            <a:ext cx="9216000" cy="1162523"/>
          </a:xfrm>
          <a:noFill/>
        </p:spPr>
        <p:txBody>
          <a:bodyPr wrap="square" lIns="0" tIns="54000" rIns="0" bIns="0" anchor="t" anchorCtr="0">
            <a:spAutoFit/>
          </a:bodyPr>
          <a:lstStyle>
            <a:lvl1pPr marL="0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Contact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1058400" y="2397324"/>
            <a:ext cx="9216000" cy="3409751"/>
          </a:xfrm>
          <a:prstGeom prst="rect">
            <a:avLst/>
          </a:prstGeom>
        </p:spPr>
        <p:txBody>
          <a:bodyPr tIns="108000">
            <a:noAutofit/>
          </a:bodyPr>
          <a:lstStyle>
            <a:lvl1pPr marL="0" indent="0" algn="l">
              <a:spcAft>
                <a:spcPts val="0"/>
              </a:spcAft>
              <a:buNone/>
              <a:defRPr sz="1400">
                <a:solidFill>
                  <a:schemeClr val="tx1"/>
                </a:solidFill>
              </a:defRPr>
            </a:lvl1pPr>
            <a:lvl2pPr marL="0" indent="0" algn="l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1"/>
                </a:solidFill>
              </a:defRPr>
            </a:lvl2pPr>
            <a:lvl3pPr marL="144000" indent="-144000" algn="l"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 b="0"/>
            </a:lvl3pPr>
            <a:lvl4pPr marL="0" indent="0" algn="l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/>
            </a:lvl4pPr>
            <a:lvl5pPr marL="144000" indent="-144000" algn="l"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 marL="36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6pPr>
            <a:lvl7pPr marL="360000" indent="-180000" algn="l"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/>
            </a:lvl7pPr>
            <a:lvl8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8pPr>
            <a:lvl9pPr marL="540000" indent="-180000" algn="l"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/>
            </a:lvl9pPr>
          </a:lstStyle>
          <a:p>
            <a:pPr lvl="0"/>
            <a:r>
              <a:rPr lang="en-US"/>
              <a:t>Click to edit the contact</a:t>
            </a:r>
          </a:p>
          <a:p>
            <a:pPr lvl="1"/>
            <a:r>
              <a:rPr lang="en-US"/>
              <a:t>Name etc.</a:t>
            </a:r>
          </a:p>
          <a:p>
            <a:pPr lvl="2"/>
            <a:r>
              <a:rPr lang="en-US"/>
              <a:t>Skills etc.</a:t>
            </a:r>
          </a:p>
          <a:p>
            <a:pPr lvl="3"/>
            <a:r>
              <a:rPr lang="en-US"/>
              <a:t>Name etc. sublevel</a:t>
            </a:r>
          </a:p>
          <a:p>
            <a:pPr lvl="4"/>
            <a:r>
              <a:rPr lang="en-US"/>
              <a:t>Skills etc. sublevel</a:t>
            </a:r>
          </a:p>
        </p:txBody>
      </p:sp>
      <p:pic>
        <p:nvPicPr>
          <p:cNvPr id="10" name="Siemens Logo" descr="Siemens logo">
            <a:extLst>
              <a:ext uri="{FF2B5EF4-FFF2-40B4-BE49-F238E27FC236}">
                <a16:creationId xmlns:a16="http://schemas.microsoft.com/office/drawing/2014/main" id="{5FD2C39E-5D81-4A0E-9F45-90932890088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8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279A350-3BB2-4CA2-A422-8F5A951F6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CFF9630D-791D-45AE-8E5E-36F747F59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990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778" userDrawn="1">
          <p15:clr>
            <a:srgbClr val="65CEFF"/>
          </p15:clr>
        </p15:guide>
        <p15:guide id="5" orient="horz" pos="3658" userDrawn="1">
          <p15:clr>
            <a:srgbClr val="65CEFF"/>
          </p15:clr>
        </p15:guide>
        <p15:guide id="6" orient="horz" pos="4157" userDrawn="1">
          <p15:clr>
            <a:srgbClr val="65CEFF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 descr="Slide headline">
            <a:extLst>
              <a:ext uri="{FF2B5EF4-FFF2-40B4-BE49-F238E27FC236}">
                <a16:creationId xmlns:a16="http://schemas.microsoft.com/office/drawing/2014/main" id="{B29E3DA4-014E-4F3D-8186-84366ADFC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1058400" y="1234800"/>
            <a:ext cx="9216000" cy="1162523"/>
          </a:xfrm>
          <a:noFill/>
        </p:spPr>
        <p:txBody>
          <a:bodyPr wrap="square" lIns="0" tIns="54000" rIns="0" bIns="0" anchor="t" anchorCtr="0">
            <a:spAutoFit/>
          </a:bodyPr>
          <a:lstStyle>
            <a:lvl1pPr marL="0"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en-US"/>
              <a:t>Contact</a:t>
            </a:r>
          </a:p>
        </p:txBody>
      </p:sp>
      <p:sp>
        <p:nvSpPr>
          <p:cNvPr id="3" name="Copy" descr="Content text frame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black">
          <a:xfrm>
            <a:off x="1058400" y="2397324"/>
            <a:ext cx="9216000" cy="3409751"/>
          </a:xfrm>
          <a:prstGeom prst="rect">
            <a:avLst/>
          </a:prstGeom>
        </p:spPr>
        <p:txBody>
          <a:bodyPr tIns="108000">
            <a:noAutofit/>
          </a:bodyPr>
          <a:lstStyle>
            <a:lvl1pPr marL="0" indent="0" algn="l">
              <a:spcAft>
                <a:spcPts val="0"/>
              </a:spcAft>
              <a:buNone/>
              <a:defRPr sz="1400">
                <a:solidFill>
                  <a:schemeClr val="tx1"/>
                </a:solidFill>
              </a:defRPr>
            </a:lvl1pPr>
            <a:lvl2pPr marL="0" indent="0" algn="l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1"/>
                </a:solidFill>
              </a:defRPr>
            </a:lvl2pPr>
            <a:lvl3pPr marL="144000" indent="-144000" algn="l">
              <a:spcAft>
                <a:spcPts val="0"/>
              </a:spcAft>
              <a:buFont typeface="Arial" panose="020B0604020202020204" pitchFamily="34" charset="0"/>
              <a:buChar char="•"/>
              <a:defRPr sz="1400" b="0"/>
            </a:lvl3pPr>
            <a:lvl4pPr marL="0" indent="0" algn="l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/>
            </a:lvl4pPr>
            <a:lvl5pPr marL="144000" indent="-144000" algn="l"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 marL="36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6pPr>
            <a:lvl7pPr marL="360000" indent="-180000" algn="l"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/>
            </a:lvl7pPr>
            <a:lvl8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8pPr>
            <a:lvl9pPr marL="540000" indent="-180000" algn="l"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/>
            </a:lvl9pPr>
          </a:lstStyle>
          <a:p>
            <a:pPr lvl="0"/>
            <a:r>
              <a:rPr lang="en-US"/>
              <a:t>Click to edit the contact</a:t>
            </a:r>
          </a:p>
          <a:p>
            <a:pPr lvl="1"/>
            <a:r>
              <a:rPr lang="en-US"/>
              <a:t>Name etc.</a:t>
            </a:r>
          </a:p>
          <a:p>
            <a:pPr lvl="2"/>
            <a:r>
              <a:rPr lang="en-US"/>
              <a:t>Skills etc.</a:t>
            </a:r>
          </a:p>
          <a:p>
            <a:pPr lvl="3"/>
            <a:r>
              <a:rPr lang="en-US"/>
              <a:t>Name etc. sublevel</a:t>
            </a:r>
          </a:p>
          <a:p>
            <a:pPr lvl="4"/>
            <a:r>
              <a:rPr lang="en-US"/>
              <a:t>Skills etc. sublevel</a:t>
            </a:r>
          </a:p>
        </p:txBody>
      </p:sp>
      <p:pic>
        <p:nvPicPr>
          <p:cNvPr id="2" name="Siemens Logo" descr="Siemens logo">
            <a:extLst>
              <a:ext uri="{FF2B5EF4-FFF2-40B4-BE49-F238E27FC236}">
                <a16:creationId xmlns:a16="http://schemas.microsoft.com/office/drawing/2014/main" id="{A2886B6C-3288-1F00-A9B6-D56E01FC2F4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8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3279A350-3BB2-4CA2-A422-8F5A951F6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 bwMode="black"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2026 | Kai Che | FT RPD CST SEA</a:t>
            </a:r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CFF9630D-791D-45AE-8E5E-36F747F59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 bwMode="black"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9249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59" userDrawn="1">
          <p15:clr>
            <a:srgbClr val="65CEFF"/>
          </p15:clr>
        </p15:guide>
        <p15:guide id="2" pos="6472" userDrawn="1">
          <p15:clr>
            <a:srgbClr val="65CEFF"/>
          </p15:clr>
        </p15:guide>
        <p15:guide id="3" pos="7425" userDrawn="1">
          <p15:clr>
            <a:srgbClr val="65CEFF"/>
          </p15:clr>
        </p15:guide>
        <p15:guide id="4" orient="horz" pos="778" userDrawn="1">
          <p15:clr>
            <a:srgbClr val="65CEFF"/>
          </p15:clr>
        </p15:guide>
        <p15:guide id="5" orient="horz" pos="3658" userDrawn="1">
          <p15:clr>
            <a:srgbClr val="65CEFF"/>
          </p15:clr>
        </p15:guide>
        <p15:guide id="6" orient="horz" pos="4157" userDrawn="1">
          <p15:clr>
            <a:srgbClr val="65CEFF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 descr="Slide headline">
            <a:extLst>
              <a:ext uri="{FF2B5EF4-FFF2-40B4-BE49-F238E27FC236}">
                <a16:creationId xmlns:a16="http://schemas.microsoft.com/office/drawing/2014/main" id="{2500D031-E8B7-42AD-B616-57A243A31EFA}"/>
              </a:ext>
            </a:extLst>
          </p:cNvPr>
          <p:cNvSpPr>
            <a:spLocks noGrp="1"/>
          </p:cNvSpPr>
          <p:nvPr>
            <p:ph type="title"/>
          </p:nvPr>
        </p:nvSpPr>
        <p:spPr bwMode="black">
          <a:xfrm>
            <a:off x="410400" y="478800"/>
            <a:ext cx="9863997" cy="576000"/>
          </a:xfrm>
          <a:prstGeom prst="rect">
            <a:avLst/>
          </a:prstGeom>
        </p:spPr>
        <p:txBody>
          <a:bodyPr vert="horz" lIns="0" tIns="0" rIns="324000" bIns="1440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" descr="Content text frame">
            <a:extLst>
              <a:ext uri="{FF2B5EF4-FFF2-40B4-BE49-F238E27FC236}">
                <a16:creationId xmlns:a16="http://schemas.microsoft.com/office/drawing/2014/main" id="{6750A408-ED0E-47CF-AC3A-5AD4A6E25CE3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11161" y="1414800"/>
            <a:ext cx="7200000" cy="45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Footer Placeholder" descr="Footer with copyright, author and department information, and date">
            <a:extLst>
              <a:ext uri="{FF2B5EF4-FFF2-40B4-BE49-F238E27FC236}">
                <a16:creationId xmlns:a16="http://schemas.microsoft.com/office/drawing/2014/main" id="{4F5CAFE5-0972-49AB-B42B-7C613C153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1059160" y="6310800"/>
            <a:ext cx="9216000" cy="547200"/>
          </a:xfrm>
          <a:prstGeom prst="rect">
            <a:avLst/>
          </a:prstGeom>
        </p:spPr>
        <p:txBody>
          <a:bodyPr vert="horz" lIns="0" tIns="0" rIns="0" bIns="61200" rtlCol="0" anchor="ctr" anchorCtr="0"/>
          <a:lstStyle>
            <a:lvl1pPr algn="l">
              <a:lnSpc>
                <a:spcPct val="100000"/>
              </a:lnSpc>
              <a:defRPr sz="9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Restricted | © Siemens 2026 | Kai Che | FT RPD CST SEA</a:t>
            </a:r>
          </a:p>
        </p:txBody>
      </p:sp>
      <p:sp>
        <p:nvSpPr>
          <p:cNvPr id="6" name="Slide Number Placeholder" descr="Page number">
            <a:extLst>
              <a:ext uri="{FF2B5EF4-FFF2-40B4-BE49-F238E27FC236}">
                <a16:creationId xmlns:a16="http://schemas.microsoft.com/office/drawing/2014/main" id="{1C051FD7-F65C-4306-9083-C9770A0AF2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black">
          <a:xfrm>
            <a:off x="411162" y="6310800"/>
            <a:ext cx="648000" cy="547200"/>
          </a:xfrm>
          <a:prstGeom prst="rect">
            <a:avLst/>
          </a:prstGeom>
        </p:spPr>
        <p:txBody>
          <a:bodyPr vert="horz" lIns="0" tIns="0" rIns="0" bIns="61200" rtlCol="0" anchor="ctr" anchorCtr="0"/>
          <a:lstStyle>
            <a:lvl1pPr algn="l">
              <a:lnSpc>
                <a:spcPct val="100000"/>
              </a:lnSpc>
              <a:defRPr sz="9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8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9" r:id="rId2"/>
    <p:sldLayoutId id="2147483720" r:id="rId3"/>
    <p:sldLayoutId id="2147483793" r:id="rId4"/>
    <p:sldLayoutId id="2147483794" r:id="rId5"/>
    <p:sldLayoutId id="2147483795" r:id="rId6"/>
    <p:sldLayoutId id="2147483773" r:id="rId7"/>
    <p:sldLayoutId id="2147483774" r:id="rId8"/>
    <p:sldLayoutId id="2147483775" r:id="rId9"/>
    <p:sldLayoutId id="2147483784" r:id="rId10"/>
    <p:sldLayoutId id="2147483785" r:id="rId11"/>
    <p:sldLayoutId id="2147483786" r:id="rId12"/>
    <p:sldLayoutId id="2147483724" r:id="rId13"/>
    <p:sldLayoutId id="2147483725" r:id="rId14"/>
    <p:sldLayoutId id="2147483726" r:id="rId15"/>
    <p:sldLayoutId id="2147483730" r:id="rId16"/>
    <p:sldLayoutId id="2147483731" r:id="rId17"/>
    <p:sldLayoutId id="2147483732" r:id="rId18"/>
    <p:sldLayoutId id="2147483727" r:id="rId19"/>
    <p:sldLayoutId id="2147483728" r:id="rId20"/>
    <p:sldLayoutId id="2147483729" r:id="rId21"/>
    <p:sldLayoutId id="2147483736" r:id="rId22"/>
    <p:sldLayoutId id="2147483737" r:id="rId23"/>
    <p:sldLayoutId id="2147483738" r:id="rId24"/>
    <p:sldLayoutId id="2147483753" r:id="rId25"/>
    <p:sldLayoutId id="2147483754" r:id="rId26"/>
    <p:sldLayoutId id="2147483755" r:id="rId27"/>
    <p:sldLayoutId id="2147483739" r:id="rId28"/>
    <p:sldLayoutId id="2147483740" r:id="rId29"/>
    <p:sldLayoutId id="2147483741" r:id="rId30"/>
    <p:sldLayoutId id="2147483756" r:id="rId31"/>
    <p:sldLayoutId id="2147483744" r:id="rId32"/>
    <p:sldLayoutId id="2147483691" r:id="rId33"/>
    <p:sldLayoutId id="2147483655" r:id="rId34"/>
    <p:sldLayoutId id="2147483692" r:id="rId35"/>
    <p:sldLayoutId id="2147483780" r:id="rId36"/>
    <p:sldLayoutId id="2147483779" r:id="rId37"/>
    <p:sldLayoutId id="2147483677" r:id="rId38"/>
    <p:sldLayoutId id="2147483799" r:id="rId39"/>
    <p:sldLayoutId id="2147483709" r:id="rId40"/>
    <p:sldLayoutId id="2147483800" r:id="rId41"/>
    <p:sldLayoutId id="2147483650" r:id="rId42"/>
    <p:sldLayoutId id="2147483801" r:id="rId43"/>
    <p:sldLayoutId id="2147483665" r:id="rId44"/>
    <p:sldLayoutId id="2147483802" r:id="rId45"/>
    <p:sldLayoutId id="2147483666" r:id="rId46"/>
    <p:sldLayoutId id="2147483803" r:id="rId47"/>
    <p:sldLayoutId id="2147483697" r:id="rId48"/>
    <p:sldLayoutId id="2147483804" r:id="rId49"/>
    <p:sldLayoutId id="2147483698" r:id="rId50"/>
    <p:sldLayoutId id="2147483805" r:id="rId51"/>
    <p:sldLayoutId id="2147483652" r:id="rId52"/>
    <p:sldLayoutId id="2147483806" r:id="rId53"/>
    <p:sldLayoutId id="2147483694" r:id="rId54"/>
    <p:sldLayoutId id="2147483687" r:id="rId55"/>
    <p:sldLayoutId id="2147483808" r:id="rId56"/>
    <p:sldLayoutId id="2147483690" r:id="rId57"/>
    <p:sldLayoutId id="2147483681" r:id="rId58"/>
    <p:sldLayoutId id="2147483682" r:id="rId59"/>
    <p:sldLayoutId id="2147483711" r:id="rId60"/>
    <p:sldLayoutId id="2147483678" r:id="rId61"/>
    <p:sldLayoutId id="2147483807" r:id="rId6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emens/gencmpclient/" TargetMode="External"/><Relationship Id="rId2" Type="http://schemas.openxmlformats.org/officeDocument/2006/relationships/hyperlink" Target="https://docs.openssl.org/master/man1/openssl-cmp/" TargetMode="External"/><Relationship Id="rId1" Type="http://schemas.openxmlformats.org/officeDocument/2006/relationships/slideLayout" Target="../slideLayouts/slideLayout3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ranjan.rajeev@siemens.com" TargetMode="External"/><Relationship Id="rId2" Type="http://schemas.openxmlformats.org/officeDocument/2006/relationships/hyperlink" Target="mailto:david.von.oheimb@siemens.com" TargetMode="External"/><Relationship Id="rId1" Type="http://schemas.openxmlformats.org/officeDocument/2006/relationships/slideLayout" Target="../slideLayouts/slideLayout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 descr="Headline of the presentation">
            <a:extLst>
              <a:ext uri="{FF2B5EF4-FFF2-40B4-BE49-F238E27FC236}">
                <a16:creationId xmlns:a16="http://schemas.microsoft.com/office/drawing/2014/main" id="{DA865AB3-8AE0-4AB0-94C2-2E517EC1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1414466"/>
            <a:ext cx="11376788" cy="2462213"/>
          </a:xfrm>
        </p:spPr>
        <p:txBody>
          <a:bodyPr/>
          <a:lstStyle/>
          <a:p>
            <a:r>
              <a:rPr lang="en-US" noProof="0" dirty="0"/>
              <a:t>OpenSSL and genCMPClient overview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14414CC-0D3D-4B70-91D9-2F124E04E6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8E14A8A3-196B-592C-1753-644A60AE1DDD}"/>
              </a:ext>
            </a:extLst>
          </p:cNvPr>
          <p:cNvSpPr txBox="1">
            <a:spLocks/>
          </p:cNvSpPr>
          <p:nvPr/>
        </p:nvSpPr>
        <p:spPr>
          <a:xfrm>
            <a:off x="1059160" y="6310800"/>
            <a:ext cx="8640003" cy="5472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>
              <a:spcBef>
                <a:spcPts val="0"/>
              </a:spcBef>
              <a:buClr>
                <a:schemeClr val="accent1"/>
              </a:buClr>
              <a:defRPr sz="1800"/>
            </a:lvl1pPr>
            <a:lvl2pPr marL="18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2pPr>
            <a:lvl3pPr marL="36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3pPr>
            <a:lvl4pPr marL="54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4pPr>
            <a:lvl5pPr marL="72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5pPr>
            <a:lvl6pPr marL="90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6pPr>
            <a:lvl7pPr marL="108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7pPr>
            <a:lvl8pPr marL="126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8pPr>
            <a:lvl9pPr marL="1440000" indent="-180000"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800"/>
            </a:lvl9pPr>
          </a:lstStyle>
          <a:p>
            <a:r>
              <a:rPr lang="en-US" sz="1400" dirty="0">
                <a:solidFill>
                  <a:schemeClr val="tx1"/>
                </a:solidFill>
              </a:rPr>
              <a:t>Restricted | © Siemens 2026 | von Oheimb |  FT RPD CST SEA | March 2026</a:t>
            </a:r>
          </a:p>
        </p:txBody>
      </p:sp>
    </p:spTree>
    <p:extLst>
      <p:ext uri="{BB962C8B-B14F-4D97-AF65-F5344CB8AC3E}">
        <p14:creationId xmlns:p14="http://schemas.microsoft.com/office/powerpoint/2010/main" val="1053205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047C0-1A36-EEF2-CBC4-5501CA98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DCC74-28E9-5E81-9729-25571BC06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hlinkClick r:id="rId2"/>
              </a:rPr>
              <a:t>OpenSSL CMP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noProof="0" dirty="0">
                <a:solidFill>
                  <a:srgbClr val="FFFFFF"/>
                </a:solidFill>
              </a:rPr>
              <a:t>and </a:t>
            </a:r>
            <a:r>
              <a:rPr lang="en-US" noProof="0" dirty="0">
                <a:solidFill>
                  <a:srgbClr val="FFFFFF"/>
                </a:solidFill>
                <a:hlinkClick r:id="rId3"/>
              </a:rPr>
              <a:t>genCMPClient</a:t>
            </a:r>
            <a:r>
              <a:rPr lang="en-US" noProof="0" dirty="0">
                <a:solidFill>
                  <a:srgbClr val="FFFFFF"/>
                </a:solidFill>
              </a:rPr>
              <a:t> and in a nutshell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A530A4-7356-AE55-2039-8EFB2CFDC3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3" name="Footer Placeholder">
            <a:extLst>
              <a:ext uri="{FF2B5EF4-FFF2-40B4-BE49-F238E27FC236}">
                <a16:creationId xmlns:a16="http://schemas.microsoft.com/office/drawing/2014/main" id="{B0578A11-92B0-201A-9D45-BF0B6425A2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 dirty="0"/>
              <a:t>Restricted | © Siemens 2026 | von Oheimb |  FT RPD CST SEA | March 2026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09EE864-5222-DDE6-8BC3-4B083267F789}"/>
              </a:ext>
            </a:extLst>
          </p:cNvPr>
          <p:cNvGrpSpPr/>
          <p:nvPr/>
        </p:nvGrpSpPr>
        <p:grpSpPr>
          <a:xfrm>
            <a:off x="5215790" y="862715"/>
            <a:ext cx="6161749" cy="5309655"/>
            <a:chOff x="3855076" y="971572"/>
            <a:chExt cx="6161749" cy="5309655"/>
          </a:xfrm>
        </p:grpSpPr>
        <p:sp>
          <p:nvSpPr>
            <p:cNvPr id="12" name="Rechteck: abgerundete Ecken 12">
              <a:extLst>
                <a:ext uri="{FF2B5EF4-FFF2-40B4-BE49-F238E27FC236}">
                  <a16:creationId xmlns:a16="http://schemas.microsoft.com/office/drawing/2014/main" id="{6AA6231F-4F80-8EA3-894B-6CF095D62A17}"/>
                </a:ext>
              </a:extLst>
            </p:cNvPr>
            <p:cNvSpPr/>
            <p:nvPr/>
          </p:nvSpPr>
          <p:spPr>
            <a:xfrm rot="16200000">
              <a:off x="7460301" y="-792123"/>
              <a:ext cx="792830" cy="4320219"/>
            </a:xfrm>
            <a:prstGeom prst="roundRect">
              <a:avLst/>
            </a:prstGeom>
            <a:noFill/>
            <a:ln w="57150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sp>
          <p:nvSpPr>
            <p:cNvPr id="13" name="Textfeld 13">
              <a:extLst>
                <a:ext uri="{FF2B5EF4-FFF2-40B4-BE49-F238E27FC236}">
                  <a16:creationId xmlns:a16="http://schemas.microsoft.com/office/drawing/2014/main" id="{494335C8-5199-E136-3FCB-27A2AF18E925}"/>
                </a:ext>
              </a:extLst>
            </p:cNvPr>
            <p:cNvSpPr txBox="1"/>
            <p:nvPr/>
          </p:nvSpPr>
          <p:spPr>
            <a:xfrm>
              <a:off x="5822546" y="1069599"/>
              <a:ext cx="406803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FFFFFF"/>
                  </a:solidFill>
                </a:rPr>
                <a:t>CMP request and response messages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typically exchanged via HTTP(S)</a:t>
              </a:r>
            </a:p>
          </p:txBody>
        </p:sp>
        <p:sp>
          <p:nvSpPr>
            <p:cNvPr id="14" name="Rechteck: abgerundete Ecken 14">
              <a:extLst>
                <a:ext uri="{FF2B5EF4-FFF2-40B4-BE49-F238E27FC236}">
                  <a16:creationId xmlns:a16="http://schemas.microsoft.com/office/drawing/2014/main" id="{1D439BD7-F8C5-D00B-5234-4AB5572FA37F}"/>
                </a:ext>
              </a:extLst>
            </p:cNvPr>
            <p:cNvSpPr/>
            <p:nvPr/>
          </p:nvSpPr>
          <p:spPr>
            <a:xfrm>
              <a:off x="3855076" y="2519043"/>
              <a:ext cx="1494753" cy="1899991"/>
            </a:xfrm>
            <a:prstGeom prst="roundRect">
              <a:avLst/>
            </a:prstGeom>
            <a:noFill/>
            <a:ln w="571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en-US" noProof="0">
                <a:solidFill>
                  <a:srgbClr val="FFFFFF"/>
                </a:solidFill>
              </a:endParaRPr>
            </a:p>
          </p:txBody>
        </p:sp>
        <p:sp>
          <p:nvSpPr>
            <p:cNvPr id="15" name="Textfeld 15">
              <a:extLst>
                <a:ext uri="{FF2B5EF4-FFF2-40B4-BE49-F238E27FC236}">
                  <a16:creationId xmlns:a16="http://schemas.microsoft.com/office/drawing/2014/main" id="{41D402F0-8AC1-3C71-6E2B-980CB20B5DA5}"/>
                </a:ext>
              </a:extLst>
            </p:cNvPr>
            <p:cNvSpPr txBox="1"/>
            <p:nvPr/>
          </p:nvSpPr>
          <p:spPr>
            <a:xfrm>
              <a:off x="3962400" y="2775407"/>
              <a:ext cx="1350121" cy="138499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FFFFFF"/>
                  </a:solidFill>
                </a:rPr>
                <a:t>configuration 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API input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low-level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and / or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high-level</a:t>
              </a:r>
            </a:p>
          </p:txBody>
        </p:sp>
        <p:sp>
          <p:nvSpPr>
            <p:cNvPr id="16" name="Pfeil: nach rechts 17">
              <a:extLst>
                <a:ext uri="{FF2B5EF4-FFF2-40B4-BE49-F238E27FC236}">
                  <a16:creationId xmlns:a16="http://schemas.microsoft.com/office/drawing/2014/main" id="{94E546BA-AC71-990E-8E4E-993730F2C8D3}"/>
                </a:ext>
              </a:extLst>
            </p:cNvPr>
            <p:cNvSpPr/>
            <p:nvPr/>
          </p:nvSpPr>
          <p:spPr>
            <a:xfrm>
              <a:off x="5522291" y="3044744"/>
              <a:ext cx="426337" cy="501660"/>
            </a:xfrm>
            <a:prstGeom prst="rightArrow">
              <a:avLst/>
            </a:prstGeom>
            <a:noFill/>
            <a:ln w="381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sp>
          <p:nvSpPr>
            <p:cNvPr id="18" name="Pfeil: nach rechts 19">
              <a:extLst>
                <a:ext uri="{FF2B5EF4-FFF2-40B4-BE49-F238E27FC236}">
                  <a16:creationId xmlns:a16="http://schemas.microsoft.com/office/drawing/2014/main" id="{1F9CB7F0-5622-9AEE-151D-939EEF670BA8}"/>
                </a:ext>
              </a:extLst>
            </p:cNvPr>
            <p:cNvSpPr/>
            <p:nvPr/>
          </p:nvSpPr>
          <p:spPr>
            <a:xfrm rot="16200000">
              <a:off x="7647039" y="1903077"/>
              <a:ext cx="429681" cy="411754"/>
            </a:xfrm>
            <a:prstGeom prst="rightArrow">
              <a:avLst/>
            </a:prstGeom>
            <a:noFill/>
            <a:ln w="381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2EF7C37-DA64-1540-A86A-81FF409988C2}"/>
                </a:ext>
              </a:extLst>
            </p:cNvPr>
            <p:cNvGrpSpPr/>
            <p:nvPr/>
          </p:nvGrpSpPr>
          <p:grpSpPr>
            <a:xfrm>
              <a:off x="6047195" y="2455529"/>
              <a:ext cx="3690260" cy="1287153"/>
              <a:chOff x="6047195" y="2607932"/>
              <a:chExt cx="3690260" cy="1287153"/>
            </a:xfrm>
          </p:grpSpPr>
          <p:sp>
            <p:nvSpPr>
              <p:cNvPr id="5" name="Rechteck: abgerundete Ecken 16">
                <a:extLst>
                  <a:ext uri="{FF2B5EF4-FFF2-40B4-BE49-F238E27FC236}">
                    <a16:creationId xmlns:a16="http://schemas.microsoft.com/office/drawing/2014/main" id="{1C3AC242-B3E3-E4A4-970A-8E6F1BEB4246}"/>
                  </a:ext>
                </a:extLst>
              </p:cNvPr>
              <p:cNvSpPr/>
              <p:nvPr/>
            </p:nvSpPr>
            <p:spPr>
              <a:xfrm rot="16200000">
                <a:off x="7248748" y="1406379"/>
                <a:ext cx="1287153" cy="3690260"/>
              </a:xfrm>
              <a:prstGeom prst="roundRect">
                <a:avLst/>
              </a:prstGeom>
              <a:noFill/>
              <a:ln w="5715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t" anchorCtr="0"/>
              <a:lstStyle/>
              <a:p>
                <a:pPr algn="l"/>
                <a:endParaRPr lang="de-DE">
                  <a:solidFill>
                    <a:srgbClr val="FFFFFF"/>
                  </a:solidFill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076FE8F-3C0D-5EB2-796B-EF54101973E3}"/>
                  </a:ext>
                </a:extLst>
              </p:cNvPr>
              <p:cNvSpPr txBox="1"/>
              <p:nvPr/>
            </p:nvSpPr>
            <p:spPr>
              <a:xfrm>
                <a:off x="6200320" y="2629705"/>
                <a:ext cx="3498843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noProof="0" dirty="0">
                    <a:solidFill>
                      <a:srgbClr val="00B0F0"/>
                    </a:solidFill>
                  </a:rPr>
                  <a:t>OpenSSL core library </a:t>
                </a:r>
                <a:r>
                  <a:rPr lang="en-US" noProof="0" dirty="0">
                    <a:solidFill>
                      <a:srgbClr val="FFFFFF"/>
                    </a:solidFill>
                  </a:rPr>
                  <a:t>supporting</a:t>
                </a:r>
                <a:br>
                  <a:rPr lang="en-US" noProof="0" dirty="0">
                    <a:solidFill>
                      <a:srgbClr val="FFFFFF"/>
                    </a:solidFill>
                  </a:rPr>
                </a:br>
                <a:r>
                  <a:rPr lang="en-US" noProof="0" dirty="0">
                    <a:solidFill>
                      <a:srgbClr val="FFFFFF"/>
                    </a:solidFill>
                  </a:rPr>
                  <a:t>generic CMP+CRMF message </a:t>
                </a:r>
              </a:p>
              <a:p>
                <a:r>
                  <a:rPr lang="en-US" dirty="0">
                    <a:solidFill>
                      <a:srgbClr val="FFFFFF"/>
                    </a:solidFill>
                  </a:rPr>
                  <a:t>generation, protection, validation</a:t>
                </a:r>
                <a:br>
                  <a:rPr lang="en-US" dirty="0">
                    <a:solidFill>
                      <a:srgbClr val="FFFFFF"/>
                    </a:solidFill>
                  </a:rPr>
                </a:br>
                <a:r>
                  <a:rPr lang="en-US" dirty="0">
                    <a:solidFill>
                      <a:srgbClr val="FFFFFF"/>
                    </a:solidFill>
                  </a:rPr>
                  <a:t>and HTTP optionally over TLS</a:t>
                </a:r>
                <a:endParaRPr lang="en-US" noProof="0" dirty="0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6" name="Rechteck: abgerundete Ecken 8">
              <a:extLst>
                <a:ext uri="{FF2B5EF4-FFF2-40B4-BE49-F238E27FC236}">
                  <a16:creationId xmlns:a16="http://schemas.microsoft.com/office/drawing/2014/main" id="{AA8E784D-5355-49FC-1B89-261657B2A53F}"/>
                </a:ext>
              </a:extLst>
            </p:cNvPr>
            <p:cNvSpPr/>
            <p:nvPr/>
          </p:nvSpPr>
          <p:spPr>
            <a:xfrm>
              <a:off x="6322040" y="5857871"/>
              <a:ext cx="2996132" cy="423356"/>
            </a:xfrm>
            <a:prstGeom prst="roundRect">
              <a:avLst/>
            </a:prstGeom>
            <a:noFill/>
            <a:ln w="5715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sp>
          <p:nvSpPr>
            <p:cNvPr id="8" name="Pfeil: nach rechts 20">
              <a:extLst>
                <a:ext uri="{FF2B5EF4-FFF2-40B4-BE49-F238E27FC236}">
                  <a16:creationId xmlns:a16="http://schemas.microsoft.com/office/drawing/2014/main" id="{9D8D1867-E7D4-C647-F559-DE33891224FC}"/>
                </a:ext>
              </a:extLst>
            </p:cNvPr>
            <p:cNvSpPr/>
            <p:nvPr/>
          </p:nvSpPr>
          <p:spPr>
            <a:xfrm rot="16200000">
              <a:off x="7650202" y="5266200"/>
              <a:ext cx="423356" cy="411754"/>
            </a:xfrm>
            <a:prstGeom prst="rightArrow">
              <a:avLst/>
            </a:prstGeom>
            <a:noFill/>
            <a:ln w="381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 dirty="0">
                <a:solidFill>
                  <a:srgbClr val="FFFFFF"/>
                </a:solidFill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89E0F9-B4B4-050D-A813-73B59DE1FCA0}"/>
                </a:ext>
              </a:extLst>
            </p:cNvPr>
            <p:cNvGrpSpPr/>
            <p:nvPr/>
          </p:nvGrpSpPr>
          <p:grpSpPr>
            <a:xfrm>
              <a:off x="6047197" y="3750931"/>
              <a:ext cx="3690260" cy="519432"/>
              <a:chOff x="6047195" y="2607933"/>
              <a:chExt cx="3690260" cy="519432"/>
            </a:xfrm>
          </p:grpSpPr>
          <p:sp>
            <p:nvSpPr>
              <p:cNvPr id="27" name="Rechteck: abgerundete Ecken 16">
                <a:extLst>
                  <a:ext uri="{FF2B5EF4-FFF2-40B4-BE49-F238E27FC236}">
                    <a16:creationId xmlns:a16="http://schemas.microsoft.com/office/drawing/2014/main" id="{BC09FD1F-B6DA-905F-6E4E-F62C1D0E39F7}"/>
                  </a:ext>
                </a:extLst>
              </p:cNvPr>
              <p:cNvSpPr/>
              <p:nvPr/>
            </p:nvSpPr>
            <p:spPr>
              <a:xfrm rot="16200000">
                <a:off x="7632609" y="1022519"/>
                <a:ext cx="519432" cy="3690260"/>
              </a:xfrm>
              <a:prstGeom prst="roundRect">
                <a:avLst/>
              </a:prstGeom>
              <a:noFill/>
              <a:ln w="57150">
                <a:solidFill>
                  <a:srgbClr val="00B0F0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t" anchorCtr="0"/>
              <a:lstStyle/>
              <a:p>
                <a:pPr algn="l"/>
                <a:endParaRPr lang="de-DE">
                  <a:solidFill>
                    <a:srgbClr val="FFFFFF"/>
                  </a:solidFill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3116DBC-55E7-3780-7A9F-AFEC98E08FE5}"/>
                  </a:ext>
                </a:extLst>
              </p:cNvPr>
              <p:cNvSpPr txBox="1"/>
              <p:nvPr/>
            </p:nvSpPr>
            <p:spPr>
              <a:xfrm>
                <a:off x="6200320" y="2662363"/>
                <a:ext cx="349884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noProof="0" dirty="0">
                    <a:solidFill>
                      <a:srgbClr val="00B0F0"/>
                    </a:solidFill>
                  </a:rPr>
                  <a:t>genCMPClient</a:t>
                </a:r>
                <a:r>
                  <a:rPr lang="en-US" noProof="0" dirty="0">
                    <a:solidFill>
                      <a:srgbClr val="FFFFFF"/>
                    </a:solidFill>
                  </a:rPr>
                  <a:t>: high-level API</a:t>
                </a:r>
              </a:p>
            </p:txBody>
          </p:sp>
        </p:grpSp>
        <p:sp>
          <p:nvSpPr>
            <p:cNvPr id="31" name="Pfeil: nach rechts 17">
              <a:extLst>
                <a:ext uri="{FF2B5EF4-FFF2-40B4-BE49-F238E27FC236}">
                  <a16:creationId xmlns:a16="http://schemas.microsoft.com/office/drawing/2014/main" id="{D0D4B2E2-4193-B7D1-82BC-9985B33CE8FF}"/>
                </a:ext>
              </a:extLst>
            </p:cNvPr>
            <p:cNvSpPr/>
            <p:nvPr/>
          </p:nvSpPr>
          <p:spPr>
            <a:xfrm>
              <a:off x="5522291" y="3772703"/>
              <a:ext cx="426337" cy="501660"/>
            </a:xfrm>
            <a:prstGeom prst="rightArrow">
              <a:avLst/>
            </a:prstGeom>
            <a:noFill/>
            <a:ln w="381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sp>
          <p:nvSpPr>
            <p:cNvPr id="32" name="Rechteck: abgerundete Ecken 14">
              <a:extLst>
                <a:ext uri="{FF2B5EF4-FFF2-40B4-BE49-F238E27FC236}">
                  <a16:creationId xmlns:a16="http://schemas.microsoft.com/office/drawing/2014/main" id="{39DB7BD2-E2E1-DCAB-62C4-1062BA3C7603}"/>
                </a:ext>
              </a:extLst>
            </p:cNvPr>
            <p:cNvSpPr/>
            <p:nvPr/>
          </p:nvSpPr>
          <p:spPr>
            <a:xfrm>
              <a:off x="3855076" y="4545444"/>
              <a:ext cx="1494753" cy="646780"/>
            </a:xfrm>
            <a:prstGeom prst="roundRect">
              <a:avLst/>
            </a:prstGeom>
            <a:noFill/>
            <a:ln w="57150">
              <a:solidFill>
                <a:srgbClr val="FFC00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en-US" noProof="0">
                <a:solidFill>
                  <a:srgbClr val="FFFFFF"/>
                </a:solidFill>
              </a:endParaRPr>
            </a:p>
          </p:txBody>
        </p:sp>
        <p:sp>
          <p:nvSpPr>
            <p:cNvPr id="33" name="Textfeld 15">
              <a:extLst>
                <a:ext uri="{FF2B5EF4-FFF2-40B4-BE49-F238E27FC236}">
                  <a16:creationId xmlns:a16="http://schemas.microsoft.com/office/drawing/2014/main" id="{017AD92F-023A-8D01-DC66-4E008844245A}"/>
                </a:ext>
              </a:extLst>
            </p:cNvPr>
            <p:cNvSpPr txBox="1"/>
            <p:nvPr/>
          </p:nvSpPr>
          <p:spPr>
            <a:xfrm>
              <a:off x="3962399" y="4565126"/>
              <a:ext cx="1350121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FFFFFF"/>
                  </a:solidFill>
                </a:rPr>
                <a:t>configuration </a:t>
              </a:r>
              <a:br>
                <a:rPr lang="en-US" dirty="0">
                  <a:solidFill>
                    <a:srgbClr val="FFFFFF"/>
                  </a:solidFill>
                </a:rPr>
              </a:br>
              <a:r>
                <a:rPr lang="en-US" dirty="0">
                  <a:solidFill>
                    <a:srgbClr val="FFFFFF"/>
                  </a:solidFill>
                </a:rPr>
                <a:t>file input</a:t>
              </a:r>
            </a:p>
          </p:txBody>
        </p:sp>
        <p:sp>
          <p:nvSpPr>
            <p:cNvPr id="34" name="Textfeld 13">
              <a:extLst>
                <a:ext uri="{FF2B5EF4-FFF2-40B4-BE49-F238E27FC236}">
                  <a16:creationId xmlns:a16="http://schemas.microsoft.com/office/drawing/2014/main" id="{BBD37841-9A4B-FE3B-6AFD-E8799520BA29}"/>
                </a:ext>
              </a:extLst>
            </p:cNvPr>
            <p:cNvSpPr txBox="1"/>
            <p:nvPr/>
          </p:nvSpPr>
          <p:spPr>
            <a:xfrm>
              <a:off x="6444343" y="5936589"/>
              <a:ext cx="2786743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FFFFFF"/>
                  </a:solidFill>
                </a:rPr>
                <a:t>Key storage and CSR input</a:t>
              </a:r>
            </a:p>
          </p:txBody>
        </p:sp>
        <p:sp>
          <p:nvSpPr>
            <p:cNvPr id="35" name="Pfeil: nach rechts 17">
              <a:extLst>
                <a:ext uri="{FF2B5EF4-FFF2-40B4-BE49-F238E27FC236}">
                  <a16:creationId xmlns:a16="http://schemas.microsoft.com/office/drawing/2014/main" id="{8CAA2881-933B-83C7-FE06-84F12E645A86}"/>
                </a:ext>
              </a:extLst>
            </p:cNvPr>
            <p:cNvSpPr/>
            <p:nvPr/>
          </p:nvSpPr>
          <p:spPr>
            <a:xfrm>
              <a:off x="5500517" y="4589134"/>
              <a:ext cx="426337" cy="501660"/>
            </a:xfrm>
            <a:prstGeom prst="rightArrow">
              <a:avLst/>
            </a:prstGeom>
            <a:noFill/>
            <a:ln w="381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 anchorCtr="0"/>
            <a:lstStyle/>
            <a:p>
              <a:pPr algn="l"/>
              <a:endParaRPr lang="de-DE">
                <a:solidFill>
                  <a:srgbClr val="FFFFFF"/>
                </a:solidFill>
              </a:endParaRP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61F060B9-815B-42E9-37ED-5E21726A010C}"/>
                </a:ext>
              </a:extLst>
            </p:cNvPr>
            <p:cNvGrpSpPr/>
            <p:nvPr/>
          </p:nvGrpSpPr>
          <p:grpSpPr>
            <a:xfrm>
              <a:off x="6036310" y="4589129"/>
              <a:ext cx="3690260" cy="519432"/>
              <a:chOff x="6047195" y="2607933"/>
              <a:chExt cx="3690260" cy="519432"/>
            </a:xfrm>
          </p:grpSpPr>
          <p:sp>
            <p:nvSpPr>
              <p:cNvPr id="37" name="Rechteck: abgerundete Ecken 16">
                <a:extLst>
                  <a:ext uri="{FF2B5EF4-FFF2-40B4-BE49-F238E27FC236}">
                    <a16:creationId xmlns:a16="http://schemas.microsoft.com/office/drawing/2014/main" id="{66DB01C0-E149-1D3C-3576-6832A2784C75}"/>
                  </a:ext>
                </a:extLst>
              </p:cNvPr>
              <p:cNvSpPr/>
              <p:nvPr/>
            </p:nvSpPr>
            <p:spPr>
              <a:xfrm rot="16200000">
                <a:off x="7632609" y="1022519"/>
                <a:ext cx="519432" cy="3690260"/>
              </a:xfrm>
              <a:prstGeom prst="roundRect">
                <a:avLst/>
              </a:prstGeom>
              <a:noFill/>
              <a:ln w="57150">
                <a:solidFill>
                  <a:srgbClr val="00B0F0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t" anchorCtr="0"/>
              <a:lstStyle/>
              <a:p>
                <a:pPr algn="l"/>
                <a:endParaRPr lang="de-DE">
                  <a:solidFill>
                    <a:srgbClr val="FFFFFF"/>
                  </a:solidFill>
                </a:endParaRP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643676-3277-2067-2AC3-896A185CB4C0}"/>
                  </a:ext>
                </a:extLst>
              </p:cNvPr>
              <p:cNvSpPr txBox="1"/>
              <p:nvPr/>
            </p:nvSpPr>
            <p:spPr>
              <a:xfrm>
                <a:off x="6200320" y="2662363"/>
                <a:ext cx="349884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noProof="0" dirty="0">
                    <a:solidFill>
                      <a:schemeClr val="tx1"/>
                    </a:solidFill>
                  </a:rPr>
                  <a:t>genCMPClient/OpenSSL </a:t>
                </a:r>
                <a:r>
                  <a:rPr lang="en-US" noProof="0" dirty="0">
                    <a:solidFill>
                      <a:srgbClr val="00B0F0"/>
                    </a:solidFill>
                  </a:rPr>
                  <a:t>CLI</a:t>
                </a:r>
              </a:p>
            </p:txBody>
          </p:sp>
        </p:grpSp>
      </p:grpSp>
      <p:sp>
        <p:nvSpPr>
          <p:cNvPr id="40" name="Textfeld 7">
            <a:extLst>
              <a:ext uri="{FF2B5EF4-FFF2-40B4-BE49-F238E27FC236}">
                <a16:creationId xmlns:a16="http://schemas.microsoft.com/office/drawing/2014/main" id="{8566AC9D-6A85-7235-2894-A1B2B147E186}"/>
              </a:ext>
            </a:extLst>
          </p:cNvPr>
          <p:cNvSpPr txBox="1"/>
          <p:nvPr/>
        </p:nvSpPr>
        <p:spPr>
          <a:xfrm>
            <a:off x="315687" y="1244495"/>
            <a:ext cx="4550228" cy="44319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FFFFFF"/>
                </a:solidFill>
              </a:rPr>
              <a:t>Nearly complete C implementation of </a:t>
            </a:r>
            <a:br>
              <a:rPr lang="en-US" noProof="0" dirty="0">
                <a:solidFill>
                  <a:srgbClr val="FFFFFF"/>
                </a:solidFill>
              </a:rPr>
            </a:br>
            <a:r>
              <a:rPr lang="en-US" noProof="0" dirty="0">
                <a:solidFill>
                  <a:srgbClr val="FFFFFF"/>
                </a:solidFill>
              </a:rPr>
              <a:t>latest CMP standards: [RFC 9483] etc.</a:t>
            </a:r>
            <a:br>
              <a:rPr lang="en-US" noProof="0" dirty="0">
                <a:solidFill>
                  <a:srgbClr val="FFFFFF"/>
                </a:solidFill>
              </a:rPr>
            </a:br>
            <a:r>
              <a:rPr lang="en-US" noProof="0" dirty="0">
                <a:solidFill>
                  <a:srgbClr val="FFFFFF"/>
                </a:solidFill>
              </a:rPr>
              <a:t>based on OpenSSL with provider support</a:t>
            </a:r>
          </a:p>
          <a:p>
            <a:pPr algn="l"/>
            <a:endParaRPr lang="en-US" noProof="0" dirty="0">
              <a:solidFill>
                <a:srgbClr val="FFFFFF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FFFFFF"/>
                </a:solidFill>
              </a:rPr>
              <a:t>Encapsulates functions and logic in a </a:t>
            </a:r>
            <a:r>
              <a:rPr lang="en-US" noProof="0" dirty="0">
                <a:solidFill>
                  <a:srgbClr val="00B0F0"/>
                </a:solidFill>
              </a:rPr>
              <a:t>library and CLI that can be integrated </a:t>
            </a:r>
            <a:r>
              <a:rPr lang="en-US" dirty="0">
                <a:solidFill>
                  <a:srgbClr val="00B0F0"/>
                </a:solidFill>
              </a:rPr>
              <a:t>in CMP client and server applications</a:t>
            </a:r>
            <a:r>
              <a:rPr lang="en-US" noProof="0" dirty="0">
                <a:solidFill>
                  <a:srgbClr val="00B0F0"/>
                </a:solidFill>
              </a:rPr>
              <a:t> </a:t>
            </a:r>
            <a:br>
              <a:rPr lang="en-US" noProof="0" dirty="0">
                <a:solidFill>
                  <a:srgbClr val="00B0F0"/>
                </a:solidFill>
              </a:rPr>
            </a:br>
            <a:endParaRPr lang="en-US" noProof="0" dirty="0">
              <a:solidFill>
                <a:srgbClr val="00B0F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High-level genCMPClient API </a:t>
            </a:r>
            <a:r>
              <a:rPr lang="en-US" dirty="0">
                <a:solidFill>
                  <a:srgbClr val="FFFFFF"/>
                </a:solidFill>
              </a:rPr>
              <a:t>allows use </a:t>
            </a:r>
            <a:r>
              <a:rPr lang="en-US" noProof="0" dirty="0">
                <a:solidFill>
                  <a:srgbClr val="FFFFFF"/>
                </a:solidFill>
              </a:rPr>
              <a:t>without bothering about CMP details,</a:t>
            </a:r>
            <a:br>
              <a:rPr lang="en-US" noProof="0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provides also</a:t>
            </a:r>
            <a:r>
              <a:rPr lang="en-US" noProof="0" dirty="0">
                <a:solidFill>
                  <a:srgbClr val="FFFFFF"/>
                </a:solidFill>
              </a:rPr>
              <a:t> </a:t>
            </a:r>
            <a:r>
              <a:rPr lang="en-US" noProof="0" dirty="0" err="1">
                <a:solidFill>
                  <a:srgbClr val="FFFFFF"/>
                </a:solidFill>
              </a:rPr>
              <a:t>SecUtils</a:t>
            </a:r>
            <a:r>
              <a:rPr lang="en-US" noProof="0" dirty="0">
                <a:solidFill>
                  <a:srgbClr val="FFFFFF"/>
                </a:solidFill>
              </a:rPr>
              <a:t> convenience layer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FFFF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Used by DI, SI, and SMO for many different CMP clients at API or CLI level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Used by SI EA for GridPass CMP server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3352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2BC-7D6D-5D7A-64E3-0365ED1DC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">
            <a:extLst>
              <a:ext uri="{FF2B5EF4-FFF2-40B4-BE49-F238E27FC236}">
                <a16:creationId xmlns:a16="http://schemas.microsoft.com/office/drawing/2014/main" id="{AA655242-15DF-5D1F-D894-7CCBEE395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Contact</a:t>
            </a:r>
          </a:p>
        </p:txBody>
      </p:sp>
      <p:sp>
        <p:nvSpPr>
          <p:cNvPr id="4" name="Subtitle" descr="Sample contact data">
            <a:extLst>
              <a:ext uri="{FF2B5EF4-FFF2-40B4-BE49-F238E27FC236}">
                <a16:creationId xmlns:a16="http://schemas.microsoft.com/office/drawing/2014/main" id="{EBF2128B-2A4E-ECA1-8E45-A67A64FB5265}"/>
              </a:ext>
            </a:extLst>
          </p:cNvPr>
          <p:cNvSpPr txBox="1">
            <a:spLocks/>
          </p:cNvSpPr>
          <p:nvPr/>
        </p:nvSpPr>
        <p:spPr bwMode="black">
          <a:xfrm>
            <a:off x="1058400" y="2789930"/>
            <a:ext cx="5037600" cy="3110127"/>
          </a:xfrm>
          <a:prstGeom prst="rect">
            <a:avLst/>
          </a:prstGeom>
        </p:spPr>
        <p:txBody>
          <a:bodyPr vert="horz" lIns="0" tIns="10800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4000" indent="-144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4000" indent="-144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Dr. David von Oheimb</a:t>
            </a:r>
          </a:p>
          <a:p>
            <a:r>
              <a:rPr lang="en-US" dirty="0"/>
              <a:t>FT RPD CST SEA-DE</a:t>
            </a:r>
          </a:p>
          <a:p>
            <a:r>
              <a:rPr lang="en-US" dirty="0">
                <a:hlinkClick r:id="rId2"/>
              </a:rPr>
              <a:t>david.von.oheimb@siemens.com</a:t>
            </a:r>
            <a:r>
              <a:rPr lang="en-US" dirty="0"/>
              <a:t> </a:t>
            </a:r>
          </a:p>
          <a:p>
            <a:pPr>
              <a:buClrTx/>
            </a:pPr>
            <a:r>
              <a:rPr lang="en-US" dirty="0"/>
              <a:t> </a:t>
            </a:r>
          </a:p>
          <a:p>
            <a:pPr>
              <a:buClrTx/>
            </a:pPr>
            <a:r>
              <a:rPr lang="en-US" b="1" noProof="0" dirty="0"/>
              <a:t>Rajeev Ranjan</a:t>
            </a:r>
          </a:p>
          <a:p>
            <a:pPr>
              <a:buClrTx/>
            </a:pPr>
            <a:r>
              <a:rPr lang="en-US" noProof="0" dirty="0"/>
              <a:t>FT RPD CST SEA-DE</a:t>
            </a:r>
          </a:p>
          <a:p>
            <a:pPr>
              <a:buClrTx/>
            </a:pPr>
            <a:r>
              <a:rPr lang="en-US" noProof="0" dirty="0">
                <a:hlinkClick r:id="rId3"/>
              </a:rPr>
              <a:t>ranjan.rajeev@siemens.com</a:t>
            </a:r>
            <a:endParaRPr lang="en-US" noProof="0" dirty="0"/>
          </a:p>
          <a:p>
            <a:pPr>
              <a:buClrTx/>
            </a:pPr>
            <a:endParaRPr lang="en-US" noProof="0" dirty="0"/>
          </a:p>
          <a:p>
            <a:r>
              <a:rPr lang="en-US" b="1" noProof="0" dirty="0"/>
              <a:t>Hendrik Brockhaus</a:t>
            </a:r>
          </a:p>
          <a:p>
            <a:r>
              <a:rPr lang="en-US" noProof="0" dirty="0"/>
              <a:t>FT RPD CST SEA-DE</a:t>
            </a:r>
          </a:p>
          <a:p>
            <a:r>
              <a:rPr lang="en-US" noProof="0" dirty="0">
                <a:hlinkClick r:id="rId2"/>
              </a:rPr>
              <a:t>hendrik.brockhaus@siemens.com</a:t>
            </a:r>
            <a:r>
              <a:rPr lang="en-US" noProof="0" dirty="0"/>
              <a:t> </a:t>
            </a:r>
          </a:p>
          <a:p>
            <a:pPr>
              <a:buClrTx/>
            </a:pPr>
            <a:r>
              <a:rPr lang="en-US" noProof="0" dirty="0"/>
              <a:t> </a:t>
            </a:r>
          </a:p>
          <a:p>
            <a:pPr>
              <a:buClrTx/>
            </a:pPr>
            <a:endParaRPr lang="en-US" noProof="0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C154E138-3CB3-A778-BEE7-4DB07029C2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 dirty="0"/>
              <a:t>Restricted | © Siemens 2026 | von Oheimb |  FT RPD CST SEA | March 2026</a:t>
            </a:r>
          </a:p>
        </p:txBody>
      </p:sp>
    </p:spTree>
    <p:extLst>
      <p:ext uri="{BB962C8B-B14F-4D97-AF65-F5344CB8AC3E}">
        <p14:creationId xmlns:p14="http://schemas.microsoft.com/office/powerpoint/2010/main" val="162316013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2022">
  <a:themeElements>
    <a:clrScheme name="Siemens AG Theme Color">
      <a:dk1>
        <a:srgbClr val="000000"/>
      </a:dk1>
      <a:lt1>
        <a:sysClr val="window" lastClr="FFFFFF"/>
      </a:lt1>
      <a:dk2>
        <a:srgbClr val="000028"/>
      </a:dk2>
      <a:lt2>
        <a:srgbClr val="F3F3F0"/>
      </a:lt2>
      <a:accent1>
        <a:srgbClr val="009999"/>
      </a:accent1>
      <a:accent2>
        <a:srgbClr val="00D7A0"/>
      </a:accent2>
      <a:accent3>
        <a:srgbClr val="00BEDC"/>
      </a:accent3>
      <a:accent4>
        <a:srgbClr val="0087BE"/>
      </a:accent4>
      <a:accent5>
        <a:srgbClr val="00557C"/>
      </a:accent5>
      <a:accent6>
        <a:srgbClr val="000028"/>
      </a:accent6>
      <a:hlink>
        <a:srgbClr val="00C1B6"/>
      </a:hlink>
      <a:folHlink>
        <a:srgbClr val="00C1B6"/>
      </a:folHlink>
    </a:clrScheme>
    <a:fontScheme name="Siemens AG Them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t" anchorCtr="0"/>
      <a:lstStyle>
        <a:defPPr algn="l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headEnd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Siemens Petrol | 0 153 153">
      <a:srgbClr val="009999"/>
    </a:custClr>
    <a:custClr name="Light Petrol | 0 193 182">
      <a:srgbClr val="00C1B6"/>
    </a:custClr>
    <a:custClr name="Dark Sand | 170 170 150">
      <a:srgbClr val="AAAA96"/>
    </a:custClr>
    <a:custClr name="Dark Yellow | 247 198 0">
      <a:srgbClr val="F7C600"/>
    </a:custClr>
    <a:custClr name="Dark Green | 0 100 110">
      <a:srgbClr val="00646E"/>
    </a:custClr>
    <a:custClr name="Dark Blue | 0 85 124">
      <a:srgbClr val="00557C"/>
    </a:custClr>
    <a:custClr name="Dark Purple | 85 59 163">
      <a:srgbClr val="553BA3"/>
    </a:custClr>
    <a:custClr name="Deep Blue | 0 0 40">
      <a:srgbClr val="000028"/>
    </a:custClr>
    <a:custClr name="Deep Blue 40% (Gray) | 153 153 169">
      <a:srgbClr val="9999A9"/>
    </a:custClr>
    <a:custClr name="Red | 239 1 55">
      <a:srgbClr val="EF0137"/>
    </a:custClr>
    <a:custClr name="Bold Green">
      <a:srgbClr val="00FFB9"/>
    </a:custClr>
    <a:custClr name="Deep Blue | 0 0 40">
      <a:srgbClr val="000028"/>
    </a:custClr>
    <a:custClr name="Soft Sand | 197 197 184">
      <a:srgbClr val="C5C5B8"/>
    </a:custClr>
    <a:custClr name="Yellow | 255 215 50">
      <a:srgbClr val="FFD732"/>
    </a:custClr>
    <a:custClr name="Green | 0 175 142">
      <a:srgbClr val="00AF8E"/>
    </a:custClr>
    <a:custClr name="Blue | 0 135 190">
      <a:srgbClr val="0087BE"/>
    </a:custClr>
    <a:custClr name="Purple | 128 92 255">
      <a:srgbClr val="805CFF"/>
    </a:custClr>
    <a:custClr name="Deep Blue 80% | 51 51 83">
      <a:srgbClr val="333353"/>
    </a:custClr>
    <a:custClr name="Deep Blue 20% (Soft Gray) | 204 204 212">
      <a:srgbClr val="CCCCD4"/>
    </a:custClr>
    <a:custClr name="Dark Orange | 236 102 2">
      <a:srgbClr val="EC6602"/>
    </a:custClr>
    <a:custClr name="Bold Blue">
      <a:srgbClr val="00E6DC"/>
    </a:custClr>
    <a:custClr name="Light Sand | 243 243 240">
      <a:srgbClr val="F3F3F0"/>
    </a:custClr>
    <a:custClr name="Bright Sand | 223 223 217">
      <a:srgbClr val="DFDFD9"/>
    </a:custClr>
    <a:custClr name="Soft Yellow | 255 226 112">
      <a:srgbClr val="FFE270"/>
    </a:custClr>
    <a:custClr name="Soft Green | 0 215 160">
      <a:srgbClr val="00D7A0"/>
    </a:custClr>
    <a:custClr name="Soft Blue | 0 190 220">
      <a:srgbClr val="00BEDC"/>
    </a:custClr>
    <a:custClr name="Soft Purple | 180 168 255">
      <a:srgbClr val="B4A8FF"/>
    </a:custClr>
    <a:custClr name="Deep Blue 60% (Dark Gray) | 102 102 126">
      <a:srgbClr val="66667E"/>
    </a:custClr>
    <a:custClr name="Deep Blue 10% (Light Gray) | 229 229 233">
      <a:srgbClr val="E5E5E9"/>
    </a:custClr>
    <a:custClr name="Orange | 255 144 0">
      <a:srgbClr val="FF9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Siemens AG Theme Color">
      <a:dk1>
        <a:srgbClr val="000000"/>
      </a:dk1>
      <a:lt1>
        <a:sysClr val="window" lastClr="FFFFFF"/>
      </a:lt1>
      <a:dk2>
        <a:srgbClr val="000028"/>
      </a:dk2>
      <a:lt2>
        <a:srgbClr val="F3F3F0"/>
      </a:lt2>
      <a:accent1>
        <a:srgbClr val="009999"/>
      </a:accent1>
      <a:accent2>
        <a:srgbClr val="00D7A0"/>
      </a:accent2>
      <a:accent3>
        <a:srgbClr val="00BEDC"/>
      </a:accent3>
      <a:accent4>
        <a:srgbClr val="0087BE"/>
      </a:accent4>
      <a:accent5>
        <a:srgbClr val="00557C"/>
      </a:accent5>
      <a:accent6>
        <a:srgbClr val="000028"/>
      </a:accent6>
      <a:hlink>
        <a:srgbClr val="00FFB9"/>
      </a:hlink>
      <a:folHlink>
        <a:srgbClr val="00E6DC"/>
      </a:folHlink>
    </a:clrScheme>
    <a:fontScheme name="Siemens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Siemens Petrol | 0 153 153">
      <a:srgbClr val="009999"/>
    </a:custClr>
    <a:custClr name="Light Petrol | 0 193 182">
      <a:srgbClr val="00C1B6"/>
    </a:custClr>
    <a:custClr name="Dark Sand | 170 170 150">
      <a:srgbClr val="AAAA96"/>
    </a:custClr>
    <a:custClr name="Dark Yellow | 247 198 0">
      <a:srgbClr val="F7C600"/>
    </a:custClr>
    <a:custClr name="Dark Green | 0 100 110">
      <a:srgbClr val="00646E"/>
    </a:custClr>
    <a:custClr name="Dark Blue | 0 85 124">
      <a:srgbClr val="00557C"/>
    </a:custClr>
    <a:custClr name="Dark Purple | 85 59 163">
      <a:srgbClr val="553BA3"/>
    </a:custClr>
    <a:custClr name="Deep Blue | 0 0 40">
      <a:srgbClr val="000028"/>
    </a:custClr>
    <a:custClr name="Deep Blue 40% (Gray) | 153 153 169">
      <a:srgbClr val="9999A9"/>
    </a:custClr>
    <a:custClr name="Red | 239 1 55">
      <a:srgbClr val="EF0137"/>
    </a:custClr>
    <a:custClr name="Bold Green">
      <a:srgbClr val="00FFB9"/>
    </a:custClr>
    <a:custClr name="Deep Blue | 0 0 40">
      <a:srgbClr val="000028"/>
    </a:custClr>
    <a:custClr name="Soft Sand | 197 197 184">
      <a:srgbClr val="C5C5B8"/>
    </a:custClr>
    <a:custClr name="Yellow | 255 215 50">
      <a:srgbClr val="FFD732"/>
    </a:custClr>
    <a:custClr name="Green | 0 175 142">
      <a:srgbClr val="00AF8E"/>
    </a:custClr>
    <a:custClr name="Blue | 0 135 190">
      <a:srgbClr val="0087BE"/>
    </a:custClr>
    <a:custClr name="Purple | 128 92 255">
      <a:srgbClr val="805CFF"/>
    </a:custClr>
    <a:custClr name="Deep Blue 80% | 51 51 83">
      <a:srgbClr val="333353"/>
    </a:custClr>
    <a:custClr name="Deep Blue 20% (Soft Gray) | 204 204 212">
      <a:srgbClr val="CCCCD4"/>
    </a:custClr>
    <a:custClr name="Dark Orange | 236 102 2">
      <a:srgbClr val="EC6602"/>
    </a:custClr>
    <a:custClr name="Bold Blue">
      <a:srgbClr val="00E6DC"/>
    </a:custClr>
    <a:custClr name="Light Sand | 243 243 240">
      <a:srgbClr val="F3F3F0"/>
    </a:custClr>
    <a:custClr name="Bright Sand | 223 223 217">
      <a:srgbClr val="DFDFD9"/>
    </a:custClr>
    <a:custClr name="Soft Yellow | 255 226 112">
      <a:srgbClr val="FFE270"/>
    </a:custClr>
    <a:custClr name="Soft Green | 0 215 160">
      <a:srgbClr val="00D7A0"/>
    </a:custClr>
    <a:custClr name="Soft Blue | 0 190 220">
      <a:srgbClr val="00BEDC"/>
    </a:custClr>
    <a:custClr name="Soft Purple | 180 168 255">
      <a:srgbClr val="B4A8FF"/>
    </a:custClr>
    <a:custClr name="Deep Blue 60% (Dark Gray) | 102 102 126">
      <a:srgbClr val="66667E"/>
    </a:custClr>
    <a:custClr name="Deep Blue 10% (Light Gray) | 229 229 233">
      <a:srgbClr val="E5E5E9"/>
    </a:custClr>
    <a:custClr name="Orange | 255 144 0">
      <a:srgbClr val="FF9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Siemens AG Theme Color">
      <a:dk1>
        <a:srgbClr val="000000"/>
      </a:dk1>
      <a:lt1>
        <a:sysClr val="window" lastClr="FFFFFF"/>
      </a:lt1>
      <a:dk2>
        <a:srgbClr val="000028"/>
      </a:dk2>
      <a:lt2>
        <a:srgbClr val="F3F3F0"/>
      </a:lt2>
      <a:accent1>
        <a:srgbClr val="009999"/>
      </a:accent1>
      <a:accent2>
        <a:srgbClr val="00D7A0"/>
      </a:accent2>
      <a:accent3>
        <a:srgbClr val="00BEDC"/>
      </a:accent3>
      <a:accent4>
        <a:srgbClr val="0087BE"/>
      </a:accent4>
      <a:accent5>
        <a:srgbClr val="00557C"/>
      </a:accent5>
      <a:accent6>
        <a:srgbClr val="000028"/>
      </a:accent6>
      <a:hlink>
        <a:srgbClr val="00FFB9"/>
      </a:hlink>
      <a:folHlink>
        <a:srgbClr val="00E6DC"/>
      </a:folHlink>
    </a:clrScheme>
    <a:fontScheme name="Siemens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Siemens Petrol | 0 153 153">
      <a:srgbClr val="009999"/>
    </a:custClr>
    <a:custClr name="Light Petrol | 0 193 182">
      <a:srgbClr val="00C1B6"/>
    </a:custClr>
    <a:custClr name="Dark Sand | 170 170 150">
      <a:srgbClr val="AAAA96"/>
    </a:custClr>
    <a:custClr name="Dark Yellow | 247 198 0">
      <a:srgbClr val="F7C600"/>
    </a:custClr>
    <a:custClr name="Dark Green | 0 100 110">
      <a:srgbClr val="00646E"/>
    </a:custClr>
    <a:custClr name="Dark Blue | 0 85 124">
      <a:srgbClr val="00557C"/>
    </a:custClr>
    <a:custClr name="Dark Purple | 85 59 163">
      <a:srgbClr val="553BA3"/>
    </a:custClr>
    <a:custClr name="Deep Blue | 0 0 40">
      <a:srgbClr val="000028"/>
    </a:custClr>
    <a:custClr name="Deep Blue 40% (Gray) | 153 153 169">
      <a:srgbClr val="9999A9"/>
    </a:custClr>
    <a:custClr name="Red | 239 1 55">
      <a:srgbClr val="EF0137"/>
    </a:custClr>
    <a:custClr name="Bold Green">
      <a:srgbClr val="00FFB9"/>
    </a:custClr>
    <a:custClr name="Deep Blue | 0 0 40">
      <a:srgbClr val="000028"/>
    </a:custClr>
    <a:custClr name="Soft Sand | 197 197 184">
      <a:srgbClr val="C5C5B8"/>
    </a:custClr>
    <a:custClr name="Yellow | 255 215 50">
      <a:srgbClr val="FFD732"/>
    </a:custClr>
    <a:custClr name="Green | 0 175 142">
      <a:srgbClr val="00AF8E"/>
    </a:custClr>
    <a:custClr name="Blue | 0 135 190">
      <a:srgbClr val="0087BE"/>
    </a:custClr>
    <a:custClr name="Purple | 128 92 255">
      <a:srgbClr val="805CFF"/>
    </a:custClr>
    <a:custClr name="Deep Blue 80% | 51 51 83">
      <a:srgbClr val="333353"/>
    </a:custClr>
    <a:custClr name="Deep Blue 20% (Soft Gray) | 204 204 212">
      <a:srgbClr val="CCCCD4"/>
    </a:custClr>
    <a:custClr name="Dark Orange | 236 102 2">
      <a:srgbClr val="EC6602"/>
    </a:custClr>
    <a:custClr name="Bold Blue">
      <a:srgbClr val="00E6DC"/>
    </a:custClr>
    <a:custClr name="Light Sand | 243 243 240">
      <a:srgbClr val="F3F3F0"/>
    </a:custClr>
    <a:custClr name="Bright Sand | 223 223 217">
      <a:srgbClr val="DFDFD9"/>
    </a:custClr>
    <a:custClr name="Soft Yellow | 255 226 112">
      <a:srgbClr val="FFE270"/>
    </a:custClr>
    <a:custClr name="Soft Green | 0 215 160">
      <a:srgbClr val="00D7A0"/>
    </a:custClr>
    <a:custClr name="Soft Blue | 0 190 220">
      <a:srgbClr val="00BEDC"/>
    </a:custClr>
    <a:custClr name="Soft Purple | 180 168 255">
      <a:srgbClr val="B4A8FF"/>
    </a:custClr>
    <a:custClr name="Deep Blue 60% (Dark Gray) | 102 102 126">
      <a:srgbClr val="66667E"/>
    </a:custClr>
    <a:custClr name="Deep Blue 10% (Light Gray) | 229 229 233">
      <a:srgbClr val="E5E5E9"/>
    </a:custClr>
    <a:custClr name="Orange | 255 144 0">
      <a:srgbClr val="FF9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56810815-8df0-4f10-8da7-34164765fbe3" xsi:nil="true"/>
    <_ip_UnifiedCompliancePolicyProperties xmlns="http://schemas.microsoft.com/sharepoint/v3" xsi:nil="true"/>
    <lcf76f155ced4ddcb4097134ff3c332f xmlns="a9de424c-86b2-47ed-8d4e-0a9b7010e66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CD6C532085F8449DFAA9E5E2A73509" ma:contentTypeVersion="23" ma:contentTypeDescription="Create a new document." ma:contentTypeScope="" ma:versionID="af76fbf193eb45a66db61f60a7cbff52">
  <xsd:schema xmlns:xsd="http://www.w3.org/2001/XMLSchema" xmlns:xs="http://www.w3.org/2001/XMLSchema" xmlns:p="http://schemas.microsoft.com/office/2006/metadata/properties" xmlns:ns1="http://schemas.microsoft.com/sharepoint/v3" xmlns:ns2="ce079751-a51b-4a27-9376-edf93eae18d5" xmlns:ns3="a9de424c-86b2-47ed-8d4e-0a9b7010e669" xmlns:ns4="56810815-8df0-4f10-8da7-34164765fbe3" targetNamespace="http://schemas.microsoft.com/office/2006/metadata/properties" ma:root="true" ma:fieldsID="bd8cd1fc2b1a84dc4e90d6df165b6842" ns1:_="" ns2:_="" ns3:_="" ns4:_="">
    <xsd:import namespace="http://schemas.microsoft.com/sharepoint/v3"/>
    <xsd:import namespace="ce079751-a51b-4a27-9376-edf93eae18d5"/>
    <xsd:import namespace="a9de424c-86b2-47ed-8d4e-0a9b7010e669"/>
    <xsd:import namespace="56810815-8df0-4f10-8da7-34164765fbe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3:MediaServiceLocation" minOccurs="0"/>
                <xsd:element ref="ns4:TaxCatchAll" minOccurs="0"/>
                <xsd:element ref="ns3:lcf76f155ced4ddcb4097134ff3c332f" minOccurs="0"/>
                <xsd:element ref="ns1:_ip_UnifiedCompliancePolicyProperties" minOccurs="0"/>
                <xsd:element ref="ns1:_ip_UnifiedCompliancePolicyUIAction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079751-a51b-4a27-9376-edf93eae18d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de424c-86b2-47ed-8d4e-0a9b7010e6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63edab7-d5f1-4c02-989a-0e8ed7c6c38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810815-8df0-4f10-8da7-34164765fbe3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c015a078-2538-49e9-8176-d5282097e92f}" ma:internalName="TaxCatchAll" ma:showField="CatchAllData" ma:web="ce079751-a51b-4a27-9376-edf93eae18d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D2F53E9-501A-4403-AE63-66ABD38237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47DEF8-475A-49AF-9EC0-31E376036475}">
  <ds:schemaRefs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  <ds:schemaRef ds:uri="ce079751-a51b-4a27-9376-edf93eae18d5"/>
    <ds:schemaRef ds:uri="http://purl.org/dc/dcmitype/"/>
    <ds:schemaRef ds:uri="a9de424c-86b2-47ed-8d4e-0a9b7010e669"/>
    <ds:schemaRef ds:uri="http://schemas.microsoft.com/office/2006/metadata/properties"/>
    <ds:schemaRef ds:uri="http://schemas.microsoft.com/office/2006/documentManagement/types"/>
    <ds:schemaRef ds:uri="56810815-8df0-4f10-8da7-34164765fbe3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955A06F6-4DCF-4D9E-AEC7-8EAC18DAD573}">
  <ds:schemaRefs>
    <ds:schemaRef ds:uri="56810815-8df0-4f10-8da7-34164765fbe3"/>
    <ds:schemaRef ds:uri="a9de424c-86b2-47ed-8d4e-0a9b7010e669"/>
    <ds:schemaRef ds:uri="ce079751-a51b-4a27-9376-edf93eae18d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259</Words>
  <Application>Microsoft Macintosh PowerPoint</Application>
  <PresentationFormat>Widescreen</PresentationFormat>
  <Paragraphs>33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Siemens 2022</vt:lpstr>
      <vt:lpstr>OpenSSL and genCMPClient overview</vt:lpstr>
      <vt:lpstr>OpenSSL CMP and genCMPClient and in a nutshell</vt:lpstr>
      <vt:lpstr>Contact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AG PowerPoint Presentation</dc:title>
  <dc:creator>Che, Kai (FT RPD CST SEA-DE)</dc:creator>
  <cp:keywords>Template</cp:keywords>
  <dc:description>Version 3.4.5
July 2025</dc:description>
  <cp:lastModifiedBy>von Oheimb, David (FT RPD CST SEA-DE)</cp:lastModifiedBy>
  <cp:revision>3</cp:revision>
  <dcterms:created xsi:type="dcterms:W3CDTF">2020-07-27T12:43:17Z</dcterms:created>
  <dcterms:modified xsi:type="dcterms:W3CDTF">2026-03-20T12:34:16Z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 number">
    <vt:lpwstr>4.0.0</vt:lpwstr>
  </property>
  <property fmtid="{D5CDD505-2E9C-101B-9397-08002B2CF9AE}" pid="3" name="Language">
    <vt:lpwstr>English</vt:lpwstr>
  </property>
  <property fmtid="{D5CDD505-2E9C-101B-9397-08002B2CF9AE}" pid="4" name="ContentTypeId">
    <vt:lpwstr>0x01010035CD6C532085F8449DFAA9E5E2A73509</vt:lpwstr>
  </property>
  <property fmtid="{D5CDD505-2E9C-101B-9397-08002B2CF9AE}" pid="5" name="MediaServiceImageTags">
    <vt:lpwstr/>
  </property>
</Properties>
</file>